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28800425" cy="43200638"/>
  <p:notesSz cx="6858000" cy="9144000"/>
  <p:defaultTextStyle>
    <a:defPPr>
      <a:defRPr lang="pt-BR"/>
    </a:defPPr>
    <a:lvl1pPr algn="l" rtl="0" eaLnBrk="0" fontAlgn="base" hangingPunct="0">
      <a:spcBef>
        <a:spcPct val="0"/>
      </a:spcBef>
      <a:spcAft>
        <a:spcPct val="0"/>
      </a:spcAft>
      <a:defRPr sz="3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2054225" indent="-1638300" algn="l" rtl="0" eaLnBrk="0" fontAlgn="base" hangingPunct="0">
      <a:spcBef>
        <a:spcPct val="0"/>
      </a:spcBef>
      <a:spcAft>
        <a:spcPct val="0"/>
      </a:spcAft>
      <a:defRPr sz="3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4111625" indent="-3279775" algn="l" rtl="0" eaLnBrk="0" fontAlgn="base" hangingPunct="0">
      <a:spcBef>
        <a:spcPct val="0"/>
      </a:spcBef>
      <a:spcAft>
        <a:spcPct val="0"/>
      </a:spcAft>
      <a:defRPr sz="3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6167438" indent="-4921250" algn="l" rtl="0" eaLnBrk="0" fontAlgn="base" hangingPunct="0">
      <a:spcBef>
        <a:spcPct val="0"/>
      </a:spcBef>
      <a:spcAft>
        <a:spcPct val="0"/>
      </a:spcAft>
      <a:defRPr sz="3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8224838" indent="-6562725" algn="l" rtl="0" eaLnBrk="0" fontAlgn="base" hangingPunct="0">
      <a:spcBef>
        <a:spcPct val="0"/>
      </a:spcBef>
      <a:spcAft>
        <a:spcPct val="0"/>
      </a:spcAft>
      <a:defRPr sz="3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3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sz="3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sz="3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sz="3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607">
          <p15:clr>
            <a:srgbClr val="A4A3A4"/>
          </p15:clr>
        </p15:guide>
        <p15:guide id="2" pos="907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B2F09"/>
    <a:srgbClr val="064E08"/>
    <a:srgbClr val="0C2F07"/>
    <a:srgbClr val="AF0917"/>
    <a:srgbClr val="B40000"/>
    <a:srgbClr val="A61106"/>
    <a:srgbClr val="AE1206"/>
    <a:srgbClr val="04360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985" autoAdjust="0"/>
    <p:restoredTop sz="91738" autoAdjust="0"/>
  </p:normalViewPr>
  <p:slideViewPr>
    <p:cSldViewPr>
      <p:cViewPr>
        <p:scale>
          <a:sx n="33" d="100"/>
          <a:sy n="33" d="100"/>
        </p:scale>
        <p:origin x="4152" y="-852"/>
      </p:cViewPr>
      <p:guideLst>
        <p:guide orient="horz" pos="13607"/>
        <p:guide pos="907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160033" y="13420207"/>
            <a:ext cx="24480361" cy="9260135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4320064" y="24480363"/>
            <a:ext cx="20160298" cy="1104016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20569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41139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61709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82279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028494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23419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4398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64559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77E4667-DCE1-3DFD-0658-354B6521F3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BE4455-E6B1-48EC-AEAD-C7DC02B0F7BD}" type="datetimeFigureOut">
              <a:rPr lang="pt-BR"/>
              <a:pPr>
                <a:defRPr/>
              </a:pPr>
              <a:t>18/09/2026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DF2AC55-0965-7FA7-40F5-B6A4EC4876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2AF30E3-52F1-3603-0212-DB9357075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C11E925-7215-48E4-B444-C3C6368858E1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6388596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072543D-75B5-B403-417D-7BCBB9FC3A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3992937-3B46-4C3A-9DDC-B6E78098C485}" type="datetimeFigureOut">
              <a:rPr lang="pt-BR"/>
              <a:pPr>
                <a:defRPr/>
              </a:pPr>
              <a:t>18/09/2026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8F3BEA4-0F82-ABD5-B345-42D90E49A0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FF6A3C7-020A-1FA5-C3B3-8026739A8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87B6D35-30FC-48BC-B4BC-CA075835F99C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41681965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275037" y="27760413"/>
            <a:ext cx="24480361" cy="8580127"/>
          </a:xfrm>
        </p:spPr>
        <p:txBody>
          <a:bodyPr anchor="t"/>
          <a:lstStyle>
            <a:lvl1pPr algn="l">
              <a:defRPr sz="17998" b="1" cap="all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2275037" y="18310280"/>
            <a:ext cx="24480361" cy="9450135"/>
          </a:xfrm>
        </p:spPr>
        <p:txBody>
          <a:bodyPr anchor="b"/>
          <a:lstStyle>
            <a:lvl1pPr marL="0" indent="0">
              <a:buNone/>
              <a:defRPr sz="8999">
                <a:solidFill>
                  <a:schemeClr val="tx1">
                    <a:tint val="75000"/>
                  </a:schemeClr>
                </a:solidFill>
              </a:defRPr>
            </a:lvl1pPr>
            <a:lvl2pPr marL="2056988" indent="0">
              <a:buNone/>
              <a:defRPr sz="8099">
                <a:solidFill>
                  <a:schemeClr val="tx1">
                    <a:tint val="75000"/>
                  </a:schemeClr>
                </a:solidFill>
              </a:defRPr>
            </a:lvl2pPr>
            <a:lvl3pPr marL="4113978" indent="0">
              <a:buNone/>
              <a:defRPr sz="7199">
                <a:solidFill>
                  <a:schemeClr val="tx1">
                    <a:tint val="75000"/>
                  </a:schemeClr>
                </a:solidFill>
              </a:defRPr>
            </a:lvl3pPr>
            <a:lvl4pPr marL="6170966" indent="0">
              <a:buNone/>
              <a:defRPr sz="6299">
                <a:solidFill>
                  <a:schemeClr val="tx1">
                    <a:tint val="75000"/>
                  </a:schemeClr>
                </a:solidFill>
              </a:defRPr>
            </a:lvl4pPr>
            <a:lvl5pPr marL="8227954" indent="0">
              <a:buNone/>
              <a:defRPr sz="6299">
                <a:solidFill>
                  <a:schemeClr val="tx1">
                    <a:tint val="75000"/>
                  </a:schemeClr>
                </a:solidFill>
              </a:defRPr>
            </a:lvl5pPr>
            <a:lvl6pPr marL="10284942" indent="0">
              <a:buNone/>
              <a:defRPr sz="6299">
                <a:solidFill>
                  <a:schemeClr val="tx1">
                    <a:tint val="75000"/>
                  </a:schemeClr>
                </a:solidFill>
              </a:defRPr>
            </a:lvl6pPr>
            <a:lvl7pPr marL="12341932" indent="0">
              <a:buNone/>
              <a:defRPr sz="6299">
                <a:solidFill>
                  <a:schemeClr val="tx1">
                    <a:tint val="75000"/>
                  </a:schemeClr>
                </a:solidFill>
              </a:defRPr>
            </a:lvl7pPr>
            <a:lvl8pPr marL="14398920" indent="0">
              <a:buNone/>
              <a:defRPr sz="6299">
                <a:solidFill>
                  <a:schemeClr val="tx1">
                    <a:tint val="75000"/>
                  </a:schemeClr>
                </a:solidFill>
              </a:defRPr>
            </a:lvl8pPr>
            <a:lvl9pPr marL="16455908" indent="0">
              <a:buNone/>
              <a:defRPr sz="629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F58C49C-6FD9-8D72-A46D-FDCE67BDC1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5BDCEC-4EF6-4F78-9F4D-918BFD6B098C}" type="datetimeFigureOut">
              <a:rPr lang="pt-BR"/>
              <a:pPr>
                <a:defRPr/>
              </a:pPr>
              <a:t>18/09/2026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2871D6B-C51D-F3CA-0AC0-412DB792C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C57EA1B-B09F-C193-394C-03E1B41C1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7D4EC88-4F89-4EDC-85E2-CCD3EEDEC78D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6900733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1440022" y="10080158"/>
            <a:ext cx="12720188" cy="28510422"/>
          </a:xfrm>
        </p:spPr>
        <p:txBody>
          <a:bodyPr/>
          <a:lstStyle>
            <a:lvl1pPr>
              <a:defRPr sz="12599"/>
            </a:lvl1pPr>
            <a:lvl2pPr>
              <a:defRPr sz="10799"/>
            </a:lvl2pPr>
            <a:lvl3pPr>
              <a:defRPr sz="8999"/>
            </a:lvl3pPr>
            <a:lvl4pPr>
              <a:defRPr sz="8099"/>
            </a:lvl4pPr>
            <a:lvl5pPr>
              <a:defRPr sz="8099"/>
            </a:lvl5pPr>
            <a:lvl6pPr>
              <a:defRPr sz="8099"/>
            </a:lvl6pPr>
            <a:lvl7pPr>
              <a:defRPr sz="8099"/>
            </a:lvl7pPr>
            <a:lvl8pPr>
              <a:defRPr sz="8099"/>
            </a:lvl8pPr>
            <a:lvl9pPr>
              <a:defRPr sz="8099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14640216" y="10080158"/>
            <a:ext cx="12720188" cy="28510422"/>
          </a:xfrm>
        </p:spPr>
        <p:txBody>
          <a:bodyPr/>
          <a:lstStyle>
            <a:lvl1pPr>
              <a:defRPr sz="12599"/>
            </a:lvl1pPr>
            <a:lvl2pPr>
              <a:defRPr sz="10799"/>
            </a:lvl2pPr>
            <a:lvl3pPr>
              <a:defRPr sz="8999"/>
            </a:lvl3pPr>
            <a:lvl4pPr>
              <a:defRPr sz="8099"/>
            </a:lvl4pPr>
            <a:lvl5pPr>
              <a:defRPr sz="8099"/>
            </a:lvl5pPr>
            <a:lvl6pPr>
              <a:defRPr sz="8099"/>
            </a:lvl6pPr>
            <a:lvl7pPr>
              <a:defRPr sz="8099"/>
            </a:lvl7pPr>
            <a:lvl8pPr>
              <a:defRPr sz="8099"/>
            </a:lvl8pPr>
            <a:lvl9pPr>
              <a:defRPr sz="8099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86B8B04C-0347-576D-7FCD-97DDE1C305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EA3ACB-791E-4DD4-AB30-53ED152CD5AB}" type="datetimeFigureOut">
              <a:rPr lang="pt-BR"/>
              <a:pPr>
                <a:defRPr/>
              </a:pPr>
              <a:t>18/09/2026</a:t>
            </a:fld>
            <a:endParaRPr lang="pt-BR"/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id="{80C83937-2007-6993-717A-A7C1EF6F55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DFE525EA-94DE-2370-1CB2-7602F6956A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2116F73-8BFA-4423-B9E0-C5214131F347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134453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440023" y="9670144"/>
            <a:ext cx="12725189" cy="4030057"/>
          </a:xfrm>
        </p:spPr>
        <p:txBody>
          <a:bodyPr anchor="b"/>
          <a:lstStyle>
            <a:lvl1pPr marL="0" indent="0">
              <a:buNone/>
              <a:defRPr sz="10799" b="1"/>
            </a:lvl1pPr>
            <a:lvl2pPr marL="2056988" indent="0">
              <a:buNone/>
              <a:defRPr sz="8999" b="1"/>
            </a:lvl2pPr>
            <a:lvl3pPr marL="4113978" indent="0">
              <a:buNone/>
              <a:defRPr sz="8099" b="1"/>
            </a:lvl3pPr>
            <a:lvl4pPr marL="6170966" indent="0">
              <a:buNone/>
              <a:defRPr sz="7199" b="1"/>
            </a:lvl4pPr>
            <a:lvl5pPr marL="8227954" indent="0">
              <a:buNone/>
              <a:defRPr sz="7199" b="1"/>
            </a:lvl5pPr>
            <a:lvl6pPr marL="10284942" indent="0">
              <a:buNone/>
              <a:defRPr sz="7199" b="1"/>
            </a:lvl6pPr>
            <a:lvl7pPr marL="12341932" indent="0">
              <a:buNone/>
              <a:defRPr sz="7199" b="1"/>
            </a:lvl7pPr>
            <a:lvl8pPr marL="14398920" indent="0">
              <a:buNone/>
              <a:defRPr sz="7199" b="1"/>
            </a:lvl8pPr>
            <a:lvl9pPr marL="16455908" indent="0">
              <a:buNone/>
              <a:defRPr sz="7199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1440023" y="13700201"/>
            <a:ext cx="12725189" cy="24890370"/>
          </a:xfrm>
        </p:spPr>
        <p:txBody>
          <a:bodyPr/>
          <a:lstStyle>
            <a:lvl1pPr>
              <a:defRPr sz="10799"/>
            </a:lvl1pPr>
            <a:lvl2pPr>
              <a:defRPr sz="8999"/>
            </a:lvl2pPr>
            <a:lvl3pPr>
              <a:defRPr sz="8099"/>
            </a:lvl3pPr>
            <a:lvl4pPr>
              <a:defRPr sz="7199"/>
            </a:lvl4pPr>
            <a:lvl5pPr>
              <a:defRPr sz="7199"/>
            </a:lvl5pPr>
            <a:lvl6pPr>
              <a:defRPr sz="7199"/>
            </a:lvl6pPr>
            <a:lvl7pPr>
              <a:defRPr sz="7199"/>
            </a:lvl7pPr>
            <a:lvl8pPr>
              <a:defRPr sz="7199"/>
            </a:lvl8pPr>
            <a:lvl9pPr>
              <a:defRPr sz="7199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14630220" y="9670144"/>
            <a:ext cx="12730187" cy="4030057"/>
          </a:xfrm>
        </p:spPr>
        <p:txBody>
          <a:bodyPr anchor="b"/>
          <a:lstStyle>
            <a:lvl1pPr marL="0" indent="0">
              <a:buNone/>
              <a:defRPr sz="10799" b="1"/>
            </a:lvl1pPr>
            <a:lvl2pPr marL="2056988" indent="0">
              <a:buNone/>
              <a:defRPr sz="8999" b="1"/>
            </a:lvl2pPr>
            <a:lvl3pPr marL="4113978" indent="0">
              <a:buNone/>
              <a:defRPr sz="8099" b="1"/>
            </a:lvl3pPr>
            <a:lvl4pPr marL="6170966" indent="0">
              <a:buNone/>
              <a:defRPr sz="7199" b="1"/>
            </a:lvl4pPr>
            <a:lvl5pPr marL="8227954" indent="0">
              <a:buNone/>
              <a:defRPr sz="7199" b="1"/>
            </a:lvl5pPr>
            <a:lvl6pPr marL="10284942" indent="0">
              <a:buNone/>
              <a:defRPr sz="7199" b="1"/>
            </a:lvl6pPr>
            <a:lvl7pPr marL="12341932" indent="0">
              <a:buNone/>
              <a:defRPr sz="7199" b="1"/>
            </a:lvl7pPr>
            <a:lvl8pPr marL="14398920" indent="0">
              <a:buNone/>
              <a:defRPr sz="7199" b="1"/>
            </a:lvl8pPr>
            <a:lvl9pPr marL="16455908" indent="0">
              <a:buNone/>
              <a:defRPr sz="7199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14630220" y="13700201"/>
            <a:ext cx="12730187" cy="24890370"/>
          </a:xfrm>
        </p:spPr>
        <p:txBody>
          <a:bodyPr/>
          <a:lstStyle>
            <a:lvl1pPr>
              <a:defRPr sz="10799"/>
            </a:lvl1pPr>
            <a:lvl2pPr>
              <a:defRPr sz="8999"/>
            </a:lvl2pPr>
            <a:lvl3pPr>
              <a:defRPr sz="8099"/>
            </a:lvl3pPr>
            <a:lvl4pPr>
              <a:defRPr sz="7199"/>
            </a:lvl4pPr>
            <a:lvl5pPr>
              <a:defRPr sz="7199"/>
            </a:lvl5pPr>
            <a:lvl6pPr>
              <a:defRPr sz="7199"/>
            </a:lvl6pPr>
            <a:lvl7pPr>
              <a:defRPr sz="7199"/>
            </a:lvl7pPr>
            <a:lvl8pPr>
              <a:defRPr sz="7199"/>
            </a:lvl8pPr>
            <a:lvl9pPr>
              <a:defRPr sz="7199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3">
            <a:extLst>
              <a:ext uri="{FF2B5EF4-FFF2-40B4-BE49-F238E27FC236}">
                <a16:creationId xmlns:a16="http://schemas.microsoft.com/office/drawing/2014/main" id="{76274893-0CBA-3DC5-60BE-4615C74567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158373-1F22-48BF-A4BE-8B8D2E4C21E5}" type="datetimeFigureOut">
              <a:rPr lang="pt-BR"/>
              <a:pPr>
                <a:defRPr/>
              </a:pPr>
              <a:t>18/09/2026</a:t>
            </a:fld>
            <a:endParaRPr lang="pt-BR"/>
          </a:p>
        </p:txBody>
      </p:sp>
      <p:sp>
        <p:nvSpPr>
          <p:cNvPr id="8" name="Espaço Reservado para Rodapé 4">
            <a:extLst>
              <a:ext uri="{FF2B5EF4-FFF2-40B4-BE49-F238E27FC236}">
                <a16:creationId xmlns:a16="http://schemas.microsoft.com/office/drawing/2014/main" id="{7197B3B5-E89E-EE19-B1CA-3D9C67AF2D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9" name="Espaço Reservado para Número de Slide 5">
            <a:extLst>
              <a:ext uri="{FF2B5EF4-FFF2-40B4-BE49-F238E27FC236}">
                <a16:creationId xmlns:a16="http://schemas.microsoft.com/office/drawing/2014/main" id="{72C5D916-80E3-794B-880B-06202A838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369A51E-37CB-4CBA-9D72-16FA937807C6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2332194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Data 3">
            <a:extLst>
              <a:ext uri="{FF2B5EF4-FFF2-40B4-BE49-F238E27FC236}">
                <a16:creationId xmlns:a16="http://schemas.microsoft.com/office/drawing/2014/main" id="{1A341C97-9492-91E1-D875-C70FE4902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6C2F37-1985-4C9A-A097-9D801E6E0EBE}" type="datetimeFigureOut">
              <a:rPr lang="pt-BR"/>
              <a:pPr>
                <a:defRPr/>
              </a:pPr>
              <a:t>18/09/2026</a:t>
            </a:fld>
            <a:endParaRPr lang="pt-BR"/>
          </a:p>
        </p:txBody>
      </p:sp>
      <p:sp>
        <p:nvSpPr>
          <p:cNvPr id="4" name="Espaço Reservado para Rodapé 4">
            <a:extLst>
              <a:ext uri="{FF2B5EF4-FFF2-40B4-BE49-F238E27FC236}">
                <a16:creationId xmlns:a16="http://schemas.microsoft.com/office/drawing/2014/main" id="{41CC1A08-C296-1E7A-59F4-02784F61F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Espaço Reservado para Número de Slide 5">
            <a:extLst>
              <a:ext uri="{FF2B5EF4-FFF2-40B4-BE49-F238E27FC236}">
                <a16:creationId xmlns:a16="http://schemas.microsoft.com/office/drawing/2014/main" id="{02D2DF94-951F-88CE-64C5-7C9D1718FD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087E7BB-A035-430E-A655-A444E7C55DF4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1706793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3">
            <a:extLst>
              <a:ext uri="{FF2B5EF4-FFF2-40B4-BE49-F238E27FC236}">
                <a16:creationId xmlns:a16="http://schemas.microsoft.com/office/drawing/2014/main" id="{45A85A52-6D01-DC65-46AE-74DB5E9E38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00A11A5-9830-4DCE-936F-DD2F817FA3B7}" type="datetimeFigureOut">
              <a:rPr lang="pt-BR"/>
              <a:pPr>
                <a:defRPr/>
              </a:pPr>
              <a:t>18/09/2026</a:t>
            </a:fld>
            <a:endParaRPr lang="pt-BR"/>
          </a:p>
        </p:txBody>
      </p:sp>
      <p:sp>
        <p:nvSpPr>
          <p:cNvPr id="3" name="Espaço Reservado para Rodapé 4">
            <a:extLst>
              <a:ext uri="{FF2B5EF4-FFF2-40B4-BE49-F238E27FC236}">
                <a16:creationId xmlns:a16="http://schemas.microsoft.com/office/drawing/2014/main" id="{80348EEF-1EE8-04FF-8932-52859DAF8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Espaço Reservado para Número de Slide 5">
            <a:extLst>
              <a:ext uri="{FF2B5EF4-FFF2-40B4-BE49-F238E27FC236}">
                <a16:creationId xmlns:a16="http://schemas.microsoft.com/office/drawing/2014/main" id="{A6AFAA7E-1144-139B-0732-5661CCFB2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433EC5A-D634-49FF-AB41-AF0B4B4B2555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571866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440023" y="1720029"/>
            <a:ext cx="9475143" cy="7320108"/>
          </a:xfrm>
        </p:spPr>
        <p:txBody>
          <a:bodyPr anchor="b"/>
          <a:lstStyle>
            <a:lvl1pPr algn="l">
              <a:defRPr sz="8999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1260166" y="1720031"/>
            <a:ext cx="16100239" cy="36870549"/>
          </a:xfrm>
        </p:spPr>
        <p:txBody>
          <a:bodyPr/>
          <a:lstStyle>
            <a:lvl1pPr>
              <a:defRPr sz="14399"/>
            </a:lvl1pPr>
            <a:lvl2pPr>
              <a:defRPr sz="12599"/>
            </a:lvl2pPr>
            <a:lvl3pPr>
              <a:defRPr sz="10799"/>
            </a:lvl3pPr>
            <a:lvl4pPr>
              <a:defRPr sz="8999"/>
            </a:lvl4pPr>
            <a:lvl5pPr>
              <a:defRPr sz="8999"/>
            </a:lvl5pPr>
            <a:lvl6pPr>
              <a:defRPr sz="8999"/>
            </a:lvl6pPr>
            <a:lvl7pPr>
              <a:defRPr sz="8999"/>
            </a:lvl7pPr>
            <a:lvl8pPr>
              <a:defRPr sz="8999"/>
            </a:lvl8pPr>
            <a:lvl9pPr>
              <a:defRPr sz="8999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440023" y="9040137"/>
            <a:ext cx="9475143" cy="29550441"/>
          </a:xfrm>
        </p:spPr>
        <p:txBody>
          <a:bodyPr/>
          <a:lstStyle>
            <a:lvl1pPr marL="0" indent="0">
              <a:buNone/>
              <a:defRPr sz="6299"/>
            </a:lvl1pPr>
            <a:lvl2pPr marL="2056988" indent="0">
              <a:buNone/>
              <a:defRPr sz="5399"/>
            </a:lvl2pPr>
            <a:lvl3pPr marL="4113978" indent="0">
              <a:buNone/>
              <a:defRPr sz="4500"/>
            </a:lvl3pPr>
            <a:lvl4pPr marL="6170966" indent="0">
              <a:buNone/>
              <a:defRPr sz="4100"/>
            </a:lvl4pPr>
            <a:lvl5pPr marL="8227954" indent="0">
              <a:buNone/>
              <a:defRPr sz="4100"/>
            </a:lvl5pPr>
            <a:lvl6pPr marL="10284942" indent="0">
              <a:buNone/>
              <a:defRPr sz="4100"/>
            </a:lvl6pPr>
            <a:lvl7pPr marL="12341932" indent="0">
              <a:buNone/>
              <a:defRPr sz="4100"/>
            </a:lvl7pPr>
            <a:lvl8pPr marL="14398920" indent="0">
              <a:buNone/>
              <a:defRPr sz="4100"/>
            </a:lvl8pPr>
            <a:lvl9pPr marL="16455908" indent="0">
              <a:buNone/>
              <a:defRPr sz="41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70836F2F-EDB6-6DB5-765A-AAB4AE5A6D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FD8DEA-4ACC-4FBE-B05B-E6001743A401}" type="datetimeFigureOut">
              <a:rPr lang="pt-BR"/>
              <a:pPr>
                <a:defRPr/>
              </a:pPr>
              <a:t>18/09/2026</a:t>
            </a:fld>
            <a:endParaRPr lang="pt-BR"/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id="{0EE395FD-291D-2FED-841D-3D230CAA6D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9F3DA922-4BF2-B236-2611-806F25FB7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72F00B9-BA3A-4CF7-A9B4-D4C1DA5FAACA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0369598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645086" y="30240451"/>
            <a:ext cx="17280255" cy="3570057"/>
          </a:xfrm>
        </p:spPr>
        <p:txBody>
          <a:bodyPr anchor="b"/>
          <a:lstStyle>
            <a:lvl1pPr algn="l">
              <a:defRPr sz="8999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645086" y="3860055"/>
            <a:ext cx="17280255" cy="25920383"/>
          </a:xfrm>
        </p:spPr>
        <p:txBody>
          <a:bodyPr rtlCol="0">
            <a:normAutofit/>
          </a:bodyPr>
          <a:lstStyle>
            <a:lvl1pPr marL="0" indent="0">
              <a:buNone/>
              <a:defRPr sz="14399"/>
            </a:lvl1pPr>
            <a:lvl2pPr marL="2056988" indent="0">
              <a:buNone/>
              <a:defRPr sz="12599"/>
            </a:lvl2pPr>
            <a:lvl3pPr marL="4113978" indent="0">
              <a:buNone/>
              <a:defRPr sz="10799"/>
            </a:lvl3pPr>
            <a:lvl4pPr marL="6170966" indent="0">
              <a:buNone/>
              <a:defRPr sz="8999"/>
            </a:lvl4pPr>
            <a:lvl5pPr marL="8227954" indent="0">
              <a:buNone/>
              <a:defRPr sz="8999"/>
            </a:lvl5pPr>
            <a:lvl6pPr marL="10284942" indent="0">
              <a:buNone/>
              <a:defRPr sz="8999"/>
            </a:lvl6pPr>
            <a:lvl7pPr marL="12341932" indent="0">
              <a:buNone/>
              <a:defRPr sz="8999"/>
            </a:lvl7pPr>
            <a:lvl8pPr marL="14398920" indent="0">
              <a:buNone/>
              <a:defRPr sz="8999"/>
            </a:lvl8pPr>
            <a:lvl9pPr marL="16455908" indent="0">
              <a:buNone/>
              <a:defRPr sz="8999"/>
            </a:lvl9pPr>
          </a:lstStyle>
          <a:p>
            <a:pPr lvl="0"/>
            <a:endParaRPr lang="pt-BR" noProof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5645086" y="33810509"/>
            <a:ext cx="17280255" cy="5070070"/>
          </a:xfrm>
        </p:spPr>
        <p:txBody>
          <a:bodyPr/>
          <a:lstStyle>
            <a:lvl1pPr marL="0" indent="0">
              <a:buNone/>
              <a:defRPr sz="6299"/>
            </a:lvl1pPr>
            <a:lvl2pPr marL="2056988" indent="0">
              <a:buNone/>
              <a:defRPr sz="5399"/>
            </a:lvl2pPr>
            <a:lvl3pPr marL="4113978" indent="0">
              <a:buNone/>
              <a:defRPr sz="4500"/>
            </a:lvl3pPr>
            <a:lvl4pPr marL="6170966" indent="0">
              <a:buNone/>
              <a:defRPr sz="4100"/>
            </a:lvl4pPr>
            <a:lvl5pPr marL="8227954" indent="0">
              <a:buNone/>
              <a:defRPr sz="4100"/>
            </a:lvl5pPr>
            <a:lvl6pPr marL="10284942" indent="0">
              <a:buNone/>
              <a:defRPr sz="4100"/>
            </a:lvl6pPr>
            <a:lvl7pPr marL="12341932" indent="0">
              <a:buNone/>
              <a:defRPr sz="4100"/>
            </a:lvl7pPr>
            <a:lvl8pPr marL="14398920" indent="0">
              <a:buNone/>
              <a:defRPr sz="4100"/>
            </a:lvl8pPr>
            <a:lvl9pPr marL="16455908" indent="0">
              <a:buNone/>
              <a:defRPr sz="41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A0BE4BF6-BE8B-2BEF-CAC2-75A1E74896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66516A-C595-4452-BE99-D391E9A206D8}" type="datetimeFigureOut">
              <a:rPr lang="pt-BR"/>
              <a:pPr>
                <a:defRPr/>
              </a:pPr>
              <a:t>18/09/2026</a:t>
            </a:fld>
            <a:endParaRPr lang="pt-BR"/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id="{7F46CF19-E233-11F0-623F-0C38042E94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8F6760B3-D988-9808-5077-ADAD4F4FF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AD7700B-A2CB-48B7-8D1A-9CB98ED2EE95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3540515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80F115D-1BB2-BD7F-6B5D-2171FC5F7F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D0AE945-9A65-40DB-836F-DC755644C347}" type="datetimeFigureOut">
              <a:rPr lang="pt-BR"/>
              <a:pPr>
                <a:defRPr/>
              </a:pPr>
              <a:t>18/09/2026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31B7A61-97D7-7FFF-5A33-0AF5DEC0F1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FD3A22D-17D8-1736-C2FE-1339DCF75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2FFA862-009D-46C8-B6FD-FB5F62FD44F1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41860522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20880308" y="1730035"/>
            <a:ext cx="6480097" cy="36860544"/>
          </a:xfrm>
        </p:spPr>
        <p:txBody>
          <a:bodyPr vert="eaVert"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1440023" y="1730035"/>
            <a:ext cx="18960281" cy="36860544"/>
          </a:xfrm>
        </p:spPr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9D21CF8-3729-6272-1811-F4DF5C0E39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E2CEA3-D16F-40BF-BEB7-7A2E05D70736}" type="datetimeFigureOut">
              <a:rPr lang="pt-BR"/>
              <a:pPr>
                <a:defRPr/>
              </a:pPr>
              <a:t>18/09/2026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6ECB863-6524-513F-4931-51E7240E90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102ABAE-CF48-E870-9C05-D2998C858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E13DFFD-35AA-43CE-9F96-996485F9D864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4141706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Espaço Reservado para Título 1">
            <a:extLst>
              <a:ext uri="{FF2B5EF4-FFF2-40B4-BE49-F238E27FC236}">
                <a16:creationId xmlns:a16="http://schemas.microsoft.com/office/drawing/2014/main" id="{F616E9D3-F58B-0E68-A1E8-47FFD8293937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1441450" y="1731963"/>
            <a:ext cx="25917525" cy="7199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11439" tIns="205719" rIns="411439" bIns="205719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 estilo do título mestre</a:t>
            </a:r>
          </a:p>
        </p:txBody>
      </p:sp>
      <p:sp>
        <p:nvSpPr>
          <p:cNvPr id="1027" name="Espaço Reservado para Texto 2">
            <a:extLst>
              <a:ext uri="{FF2B5EF4-FFF2-40B4-BE49-F238E27FC236}">
                <a16:creationId xmlns:a16="http://schemas.microsoft.com/office/drawing/2014/main" id="{380549DB-AC11-44E0-2C80-0CE1B44C929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1441450" y="10079038"/>
            <a:ext cx="25917525" cy="28508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11439" tIns="205719" rIns="411439" bIns="20571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os estilos do texto mestre</a:t>
            </a:r>
          </a:p>
          <a:p>
            <a:pPr lvl="1"/>
            <a:r>
              <a:rPr lang="pt-BR" altLang="pt-BR"/>
              <a:t>Segundo nível</a:t>
            </a:r>
          </a:p>
          <a:p>
            <a:pPr lvl="2"/>
            <a:r>
              <a:rPr lang="pt-BR" altLang="pt-BR"/>
              <a:t>Terceiro nível</a:t>
            </a:r>
          </a:p>
          <a:p>
            <a:pPr lvl="3"/>
            <a:r>
              <a:rPr lang="pt-BR" altLang="pt-BR"/>
              <a:t>Quarto nível</a:t>
            </a:r>
          </a:p>
          <a:p>
            <a:pPr lvl="4"/>
            <a:r>
              <a:rPr lang="pt-BR" alt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A29CA68-E2D4-4515-A1A5-411FFE1550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441450" y="40043100"/>
            <a:ext cx="6716713" cy="2295525"/>
          </a:xfrm>
          <a:prstGeom prst="rect">
            <a:avLst/>
          </a:prstGeom>
        </p:spPr>
        <p:txBody>
          <a:bodyPr vert="horz" lIns="411439" tIns="205719" rIns="411439" bIns="205719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5399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6B4C5760-5BC6-47E5-831D-9E369667C280}" type="datetimeFigureOut">
              <a:rPr lang="pt-BR"/>
              <a:pPr>
                <a:defRPr/>
              </a:pPr>
              <a:t>18/09/2026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53E2EB9-3583-4E98-9D1F-C643B10285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839325" y="40043100"/>
            <a:ext cx="9121775" cy="2295525"/>
          </a:xfrm>
          <a:prstGeom prst="rect">
            <a:avLst/>
          </a:prstGeom>
        </p:spPr>
        <p:txBody>
          <a:bodyPr vert="horz" lIns="411439" tIns="205719" rIns="411439" bIns="205719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5399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81317D6-05E1-4CE4-9DA3-1BD0B5F3A3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0642263" y="40043100"/>
            <a:ext cx="6716712" cy="2295525"/>
          </a:xfrm>
          <a:prstGeom prst="rect">
            <a:avLst/>
          </a:prstGeom>
        </p:spPr>
        <p:txBody>
          <a:bodyPr vert="horz" wrap="square" lIns="411439" tIns="205719" rIns="411439" bIns="205719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53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fld id="{CCC76F22-56B8-4D59-9D54-0BDF1CDCB221}" type="slidenum">
              <a:rPr lang="pt-BR" altLang="pt-BR"/>
              <a:pPr/>
              <a:t>‹nº›</a:t>
            </a:fld>
            <a:endParaRPr lang="pt-BR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197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197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197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197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19700">
          <a:solidFill>
            <a:schemeClr val="tx1"/>
          </a:solidFill>
          <a:latin typeface="Calibri" pitchFamily="34" charset="0"/>
        </a:defRPr>
      </a:lvl5pPr>
      <a:lvl6pPr marL="2056988" algn="ctr" rtl="0" fontAlgn="base">
        <a:spcBef>
          <a:spcPct val="0"/>
        </a:spcBef>
        <a:spcAft>
          <a:spcPct val="0"/>
        </a:spcAft>
        <a:defRPr sz="19798">
          <a:solidFill>
            <a:schemeClr val="tx1"/>
          </a:solidFill>
          <a:latin typeface="Calibri" pitchFamily="34" charset="0"/>
        </a:defRPr>
      </a:lvl6pPr>
      <a:lvl7pPr marL="4113978" algn="ctr" rtl="0" fontAlgn="base">
        <a:spcBef>
          <a:spcPct val="0"/>
        </a:spcBef>
        <a:spcAft>
          <a:spcPct val="0"/>
        </a:spcAft>
        <a:defRPr sz="19798">
          <a:solidFill>
            <a:schemeClr val="tx1"/>
          </a:solidFill>
          <a:latin typeface="Calibri" pitchFamily="34" charset="0"/>
        </a:defRPr>
      </a:lvl7pPr>
      <a:lvl8pPr marL="6170966" algn="ctr" rtl="0" fontAlgn="base">
        <a:spcBef>
          <a:spcPct val="0"/>
        </a:spcBef>
        <a:spcAft>
          <a:spcPct val="0"/>
        </a:spcAft>
        <a:defRPr sz="19798">
          <a:solidFill>
            <a:schemeClr val="tx1"/>
          </a:solidFill>
          <a:latin typeface="Calibri" pitchFamily="34" charset="0"/>
        </a:defRPr>
      </a:lvl8pPr>
      <a:lvl9pPr marL="8227954" algn="ctr" rtl="0" fontAlgn="base">
        <a:spcBef>
          <a:spcPct val="0"/>
        </a:spcBef>
        <a:spcAft>
          <a:spcPct val="0"/>
        </a:spcAft>
        <a:defRPr sz="19798">
          <a:solidFill>
            <a:schemeClr val="tx1"/>
          </a:solidFill>
          <a:latin typeface="Calibri" pitchFamily="34" charset="0"/>
        </a:defRPr>
      </a:lvl9pPr>
    </p:titleStyle>
    <p:bodyStyle>
      <a:lvl1pPr marL="1539875" indent="-1539875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4300" kern="1200">
          <a:solidFill>
            <a:schemeClr val="tx1"/>
          </a:solidFill>
          <a:latin typeface="+mn-lt"/>
          <a:ea typeface="+mn-ea"/>
          <a:cs typeface="+mn-cs"/>
        </a:defRPr>
      </a:lvl1pPr>
      <a:lvl2pPr marL="3340100" indent="-12827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12500" kern="1200">
          <a:solidFill>
            <a:schemeClr val="tx1"/>
          </a:solidFill>
          <a:latin typeface="+mn-lt"/>
          <a:ea typeface="+mn-ea"/>
          <a:cs typeface="+mn-cs"/>
        </a:defRPr>
      </a:lvl2pPr>
      <a:lvl3pPr marL="5140325" indent="-1025525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0700" kern="1200">
          <a:solidFill>
            <a:schemeClr val="tx1"/>
          </a:solidFill>
          <a:latin typeface="+mn-lt"/>
          <a:ea typeface="+mn-ea"/>
          <a:cs typeface="+mn-cs"/>
        </a:defRPr>
      </a:lvl3pPr>
      <a:lvl4pPr marL="7197725" indent="-1025525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8900" kern="1200">
          <a:solidFill>
            <a:schemeClr val="tx1"/>
          </a:solidFill>
          <a:latin typeface="+mn-lt"/>
          <a:ea typeface="+mn-ea"/>
          <a:cs typeface="+mn-cs"/>
        </a:defRPr>
      </a:lvl4pPr>
      <a:lvl5pPr marL="9255125" indent="-1025525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8900" kern="1200">
          <a:solidFill>
            <a:schemeClr val="tx1"/>
          </a:solidFill>
          <a:latin typeface="+mn-lt"/>
          <a:ea typeface="+mn-ea"/>
          <a:cs typeface="+mn-cs"/>
        </a:defRPr>
      </a:lvl5pPr>
      <a:lvl6pPr marL="11313437" indent="-1028494" algn="l" defTabSz="4113978" rtl="0" eaLnBrk="1" latinLnBrk="0" hangingPunct="1">
        <a:spcBef>
          <a:spcPct val="20000"/>
        </a:spcBef>
        <a:buFont typeface="Arial" pitchFamily="34" charset="0"/>
        <a:buChar char="•"/>
        <a:defRPr sz="8999" kern="1200">
          <a:solidFill>
            <a:schemeClr val="tx1"/>
          </a:solidFill>
          <a:latin typeface="+mn-lt"/>
          <a:ea typeface="+mn-ea"/>
          <a:cs typeface="+mn-cs"/>
        </a:defRPr>
      </a:lvl6pPr>
      <a:lvl7pPr marL="13370426" indent="-1028494" algn="l" defTabSz="4113978" rtl="0" eaLnBrk="1" latinLnBrk="0" hangingPunct="1">
        <a:spcBef>
          <a:spcPct val="20000"/>
        </a:spcBef>
        <a:buFont typeface="Arial" pitchFamily="34" charset="0"/>
        <a:buChar char="•"/>
        <a:defRPr sz="8999" kern="1200">
          <a:solidFill>
            <a:schemeClr val="tx1"/>
          </a:solidFill>
          <a:latin typeface="+mn-lt"/>
          <a:ea typeface="+mn-ea"/>
          <a:cs typeface="+mn-cs"/>
        </a:defRPr>
      </a:lvl7pPr>
      <a:lvl8pPr marL="15427414" indent="-1028494" algn="l" defTabSz="4113978" rtl="0" eaLnBrk="1" latinLnBrk="0" hangingPunct="1">
        <a:spcBef>
          <a:spcPct val="20000"/>
        </a:spcBef>
        <a:buFont typeface="Arial" pitchFamily="34" charset="0"/>
        <a:buChar char="•"/>
        <a:defRPr sz="8999" kern="1200">
          <a:solidFill>
            <a:schemeClr val="tx1"/>
          </a:solidFill>
          <a:latin typeface="+mn-lt"/>
          <a:ea typeface="+mn-ea"/>
          <a:cs typeface="+mn-cs"/>
        </a:defRPr>
      </a:lvl8pPr>
      <a:lvl9pPr marL="17484402" indent="-1028494" algn="l" defTabSz="4113978" rtl="0" eaLnBrk="1" latinLnBrk="0" hangingPunct="1">
        <a:spcBef>
          <a:spcPct val="20000"/>
        </a:spcBef>
        <a:buFont typeface="Arial" pitchFamily="34" charset="0"/>
        <a:buChar char="•"/>
        <a:defRPr sz="89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4113978" rtl="0" eaLnBrk="1" latinLnBrk="0" hangingPunct="1">
        <a:defRPr sz="8099" kern="1200">
          <a:solidFill>
            <a:schemeClr val="tx1"/>
          </a:solidFill>
          <a:latin typeface="+mn-lt"/>
          <a:ea typeface="+mn-ea"/>
          <a:cs typeface="+mn-cs"/>
        </a:defRPr>
      </a:lvl1pPr>
      <a:lvl2pPr marL="2056988" algn="l" defTabSz="4113978" rtl="0" eaLnBrk="1" latinLnBrk="0" hangingPunct="1">
        <a:defRPr sz="8099" kern="1200">
          <a:solidFill>
            <a:schemeClr val="tx1"/>
          </a:solidFill>
          <a:latin typeface="+mn-lt"/>
          <a:ea typeface="+mn-ea"/>
          <a:cs typeface="+mn-cs"/>
        </a:defRPr>
      </a:lvl2pPr>
      <a:lvl3pPr marL="4113978" algn="l" defTabSz="4113978" rtl="0" eaLnBrk="1" latinLnBrk="0" hangingPunct="1">
        <a:defRPr sz="8099" kern="1200">
          <a:solidFill>
            <a:schemeClr val="tx1"/>
          </a:solidFill>
          <a:latin typeface="+mn-lt"/>
          <a:ea typeface="+mn-ea"/>
          <a:cs typeface="+mn-cs"/>
        </a:defRPr>
      </a:lvl3pPr>
      <a:lvl4pPr marL="6170966" algn="l" defTabSz="4113978" rtl="0" eaLnBrk="1" latinLnBrk="0" hangingPunct="1">
        <a:defRPr sz="8099" kern="1200">
          <a:solidFill>
            <a:schemeClr val="tx1"/>
          </a:solidFill>
          <a:latin typeface="+mn-lt"/>
          <a:ea typeface="+mn-ea"/>
          <a:cs typeface="+mn-cs"/>
        </a:defRPr>
      </a:lvl4pPr>
      <a:lvl5pPr marL="8227954" algn="l" defTabSz="4113978" rtl="0" eaLnBrk="1" latinLnBrk="0" hangingPunct="1">
        <a:defRPr sz="8099" kern="1200">
          <a:solidFill>
            <a:schemeClr val="tx1"/>
          </a:solidFill>
          <a:latin typeface="+mn-lt"/>
          <a:ea typeface="+mn-ea"/>
          <a:cs typeface="+mn-cs"/>
        </a:defRPr>
      </a:lvl5pPr>
      <a:lvl6pPr marL="10284942" algn="l" defTabSz="4113978" rtl="0" eaLnBrk="1" latinLnBrk="0" hangingPunct="1">
        <a:defRPr sz="8099" kern="1200">
          <a:solidFill>
            <a:schemeClr val="tx1"/>
          </a:solidFill>
          <a:latin typeface="+mn-lt"/>
          <a:ea typeface="+mn-ea"/>
          <a:cs typeface="+mn-cs"/>
        </a:defRPr>
      </a:lvl6pPr>
      <a:lvl7pPr marL="12341932" algn="l" defTabSz="4113978" rtl="0" eaLnBrk="1" latinLnBrk="0" hangingPunct="1">
        <a:defRPr sz="8099" kern="1200">
          <a:solidFill>
            <a:schemeClr val="tx1"/>
          </a:solidFill>
          <a:latin typeface="+mn-lt"/>
          <a:ea typeface="+mn-ea"/>
          <a:cs typeface="+mn-cs"/>
        </a:defRPr>
      </a:lvl7pPr>
      <a:lvl8pPr marL="14398920" algn="l" defTabSz="4113978" rtl="0" eaLnBrk="1" latinLnBrk="0" hangingPunct="1">
        <a:defRPr sz="8099" kern="1200">
          <a:solidFill>
            <a:schemeClr val="tx1"/>
          </a:solidFill>
          <a:latin typeface="+mn-lt"/>
          <a:ea typeface="+mn-ea"/>
          <a:cs typeface="+mn-cs"/>
        </a:defRPr>
      </a:lvl8pPr>
      <a:lvl9pPr marL="16455908" algn="l" defTabSz="4113978" rtl="0" eaLnBrk="1" latinLnBrk="0" hangingPunct="1">
        <a:defRPr sz="80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2AA4CC0C-C5DB-4128-BBF9-5E0A3E925F17}"/>
              </a:ext>
            </a:extLst>
          </p:cNvPr>
          <p:cNvSpPr/>
          <p:nvPr/>
        </p:nvSpPr>
        <p:spPr>
          <a:xfrm>
            <a:off x="0" y="0"/>
            <a:ext cx="21790025" cy="4464050"/>
          </a:xfrm>
          <a:prstGeom prst="rect">
            <a:avLst/>
          </a:prstGeom>
          <a:solidFill>
            <a:srgbClr val="0B2F0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3110" tIns="41554" rIns="83110" bIns="41554" anchor="ctr"/>
          <a:lstStyle/>
          <a:p>
            <a:pPr algn="ctr" eaLnBrk="1" hangingPunct="1">
              <a:defRPr/>
            </a:pPr>
            <a:endParaRPr lang="pt-BR" sz="1600" dirty="0"/>
          </a:p>
        </p:txBody>
      </p:sp>
      <p:sp>
        <p:nvSpPr>
          <p:cNvPr id="2051" name="Text Box 2">
            <a:extLst>
              <a:ext uri="{FF2B5EF4-FFF2-40B4-BE49-F238E27FC236}">
                <a16:creationId xmlns:a16="http://schemas.microsoft.com/office/drawing/2014/main" id="{728E3EA7-3956-63A9-BD6B-39C4B26CE1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6625" y="4537075"/>
            <a:ext cx="26342975" cy="15728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102059" tIns="53069" rIns="102059" bIns="53069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143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125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107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89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89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89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89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89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89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>
                <a:srgbClr val="000000"/>
              </a:buClr>
              <a:buSzPct val="25000"/>
              <a:buFontTx/>
              <a:buNone/>
            </a:pPr>
            <a:r>
              <a:rPr lang="pt-BR" altLang="pt-BR" sz="4400" b="1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Lucas Braz, Valter Sergio Tertuliano, Felipe Rodrigo, Joshua Lauviah, Gabriel de Andrade</a:t>
            </a:r>
            <a:endParaRPr lang="en-GB" altLang="pt-BR" sz="4400" b="1" i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30000"/>
              </a:lnSpc>
              <a:spcBef>
                <a:spcPct val="0"/>
              </a:spcBef>
              <a:buFontTx/>
              <a:buNone/>
            </a:pPr>
            <a:r>
              <a:rPr lang="en-GB" altLang="pt-BR" sz="4400" b="1" i="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Orientadores</a:t>
            </a:r>
            <a:r>
              <a:rPr lang="en-GB" altLang="pt-BR" sz="4400" b="1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Davidson Ribeiro, Rosa </a:t>
            </a:r>
            <a:r>
              <a:rPr lang="en-GB" altLang="pt-BR" sz="4400" b="1" i="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Mitiko</a:t>
            </a:r>
            <a:endParaRPr lang="en-GB" altLang="pt-BR" sz="4400" b="1" i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53" name="CaixaDeTexto 9">
            <a:extLst>
              <a:ext uri="{FF2B5EF4-FFF2-40B4-BE49-F238E27FC236}">
                <a16:creationId xmlns:a16="http://schemas.microsoft.com/office/drawing/2014/main" id="{02050A5C-B11D-4599-AC5F-260E8001D9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82912" y="860903"/>
            <a:ext cx="16430625" cy="399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3110" tIns="41554" rIns="83110" bIns="41554">
            <a:spAutoFit/>
          </a:bodyPr>
          <a:lstStyle/>
          <a:p>
            <a:pPr algn="ctr" eaLnBrk="1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defRPr/>
            </a:pPr>
            <a:r>
              <a:rPr lang="pt-BR" sz="10899" b="1" i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RelateSBC</a:t>
            </a:r>
            <a:endParaRPr lang="pt-BR" sz="10899" b="1" i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/>
              <a:ea typeface="Arial"/>
              <a:cs typeface="Arial"/>
              <a:sym typeface="Arial"/>
            </a:endParaRPr>
          </a:p>
          <a:p>
            <a:pPr algn="ctr" eaLnBrk="1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defRPr/>
            </a:pPr>
            <a:r>
              <a:rPr lang="pt-BR" sz="36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Site de eventos</a:t>
            </a:r>
          </a:p>
          <a:p>
            <a:pPr algn="ctr" eaLnBrk="1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defRPr/>
            </a:pPr>
            <a:endParaRPr lang="x-none" sz="10899" b="1" i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Rectangle 10">
            <a:extLst>
              <a:ext uri="{FF2B5EF4-FFF2-40B4-BE49-F238E27FC236}">
                <a16:creationId xmlns:a16="http://schemas.microsoft.com/office/drawing/2014/main" id="{C42474E2-BDFB-B23E-86AE-26689666A8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557213"/>
            <a:ext cx="0" cy="15716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383685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143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125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107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89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89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89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89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89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89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br>
              <a:rPr lang="pt-BR" altLang="pt-BR" sz="2900"/>
            </a:br>
            <a:endParaRPr lang="pt-BR" altLang="pt-BR" sz="3200"/>
          </a:p>
          <a:p>
            <a:pPr>
              <a:spcBef>
                <a:spcPct val="0"/>
              </a:spcBef>
              <a:buFontTx/>
              <a:buNone/>
            </a:pPr>
            <a:endParaRPr lang="pt-BR" altLang="pt-BR" sz="1600"/>
          </a:p>
        </p:txBody>
      </p:sp>
      <p:sp>
        <p:nvSpPr>
          <p:cNvPr id="2054" name="Rectangle 177">
            <a:extLst>
              <a:ext uri="{FF2B5EF4-FFF2-40B4-BE49-F238E27FC236}">
                <a16:creationId xmlns:a16="http://schemas.microsoft.com/office/drawing/2014/main" id="{5D8955AD-25FE-CF6C-5EB6-1FE5D6A33D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66675"/>
            <a:ext cx="168275" cy="59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3110" tIns="41554" rIns="83110" bIns="41554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143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125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107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89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89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89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89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89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89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3300">
              <a:latin typeface="Arial" panose="020B0604020202020204" pitchFamily="34" charset="0"/>
            </a:endParaRPr>
          </a:p>
        </p:txBody>
      </p:sp>
      <p:sp>
        <p:nvSpPr>
          <p:cNvPr id="2055" name="Rectangle 71">
            <a:extLst>
              <a:ext uri="{FF2B5EF4-FFF2-40B4-BE49-F238E27FC236}">
                <a16:creationId xmlns:a16="http://schemas.microsoft.com/office/drawing/2014/main" id="{C9925FDD-7D07-FDC2-7FC7-083E88E627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66675"/>
            <a:ext cx="168275" cy="59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3110" tIns="41554" rIns="83110" bIns="41554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143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125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107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89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89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89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89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89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89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3300">
              <a:latin typeface="Arial" panose="020B0604020202020204" pitchFamily="34" charset="0"/>
            </a:endParaRPr>
          </a:p>
        </p:txBody>
      </p:sp>
      <p:sp>
        <p:nvSpPr>
          <p:cNvPr id="2056" name="Rectangle 108">
            <a:extLst>
              <a:ext uri="{FF2B5EF4-FFF2-40B4-BE49-F238E27FC236}">
                <a16:creationId xmlns:a16="http://schemas.microsoft.com/office/drawing/2014/main" id="{2D457D47-73F8-4058-F294-669C867054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66675"/>
            <a:ext cx="168275" cy="59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3110" tIns="41554" rIns="83110" bIns="41554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143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125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107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89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89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89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89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89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89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3300">
              <a:latin typeface="Arial" panose="020B0604020202020204" pitchFamily="34" charset="0"/>
            </a:endParaRPr>
          </a:p>
        </p:txBody>
      </p:sp>
      <p:sp>
        <p:nvSpPr>
          <p:cNvPr id="2057" name="Rectangle 145">
            <a:extLst>
              <a:ext uri="{FF2B5EF4-FFF2-40B4-BE49-F238E27FC236}">
                <a16:creationId xmlns:a16="http://schemas.microsoft.com/office/drawing/2014/main" id="{F5DCE361-658E-C707-4BF6-396B5958CD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66675"/>
            <a:ext cx="168275" cy="59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3110" tIns="41554" rIns="83110" bIns="41554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143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125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107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89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89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89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89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89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89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3300">
              <a:latin typeface="Arial" panose="020B0604020202020204" pitchFamily="34" charset="0"/>
            </a:endParaRPr>
          </a:p>
        </p:txBody>
      </p:sp>
      <p:sp>
        <p:nvSpPr>
          <p:cNvPr id="2058" name="Rectangle 182">
            <a:extLst>
              <a:ext uri="{FF2B5EF4-FFF2-40B4-BE49-F238E27FC236}">
                <a16:creationId xmlns:a16="http://schemas.microsoft.com/office/drawing/2014/main" id="{EEBE1DA3-440F-10E6-7833-11E80CA123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66675"/>
            <a:ext cx="168275" cy="59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3110" tIns="41554" rIns="83110" bIns="41554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143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125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107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89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89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89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89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89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89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3300">
              <a:latin typeface="Arial" panose="020B0604020202020204" pitchFamily="34" charset="0"/>
            </a:endParaRPr>
          </a:p>
        </p:txBody>
      </p:sp>
      <p:sp>
        <p:nvSpPr>
          <p:cNvPr id="2062" name="CaixaDeTexto 7">
            <a:extLst>
              <a:ext uri="{FF2B5EF4-FFF2-40B4-BE49-F238E27FC236}">
                <a16:creationId xmlns:a16="http://schemas.microsoft.com/office/drawing/2014/main" id="{1381D605-5D19-44FD-AE59-7CE13F828E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60588" y="41111488"/>
            <a:ext cx="8851900" cy="1201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pt-BR" altLang="pt-BR" sz="7199" b="1" dirty="0">
                <a:solidFill>
                  <a:schemeClr val="bg1"/>
                </a:solidFill>
              </a:rPr>
              <a:t>Centro Paula Souza</a:t>
            </a:r>
          </a:p>
        </p:txBody>
      </p:sp>
      <p:sp>
        <p:nvSpPr>
          <p:cNvPr id="2060" name="Rectangle 7">
            <a:extLst>
              <a:ext uri="{FF2B5EF4-FFF2-40B4-BE49-F238E27FC236}">
                <a16:creationId xmlns:a16="http://schemas.microsoft.com/office/drawing/2014/main" id="{6F80B5FD-5C15-CF4D-6AA5-50B32CEA4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6988" y="29060775"/>
            <a:ext cx="12598400" cy="8955088"/>
          </a:xfrm>
          <a:prstGeom prst="rect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143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125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107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89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89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89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89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89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89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endParaRPr lang="en-US" altLang="pt-BR" sz="27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61" name="Rectangle 11">
            <a:extLst>
              <a:ext uri="{FF2B5EF4-FFF2-40B4-BE49-F238E27FC236}">
                <a16:creationId xmlns:a16="http://schemas.microsoft.com/office/drawing/2014/main" id="{F4180D25-D6EB-3D1C-ED83-9F932E8AF3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7883" y="8350251"/>
            <a:ext cx="12598400" cy="12773025"/>
          </a:xfrm>
          <a:prstGeom prst="rect">
            <a:avLst/>
          </a:prstGeom>
          <a:noFill/>
          <a:ln w="9398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Ctr="1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143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125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107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89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89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89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89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89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89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endParaRPr lang="en-US" altLang="pt-BR" sz="18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Box 4">
            <a:extLst>
              <a:ext uri="{FF2B5EF4-FFF2-40B4-BE49-F238E27FC236}">
                <a16:creationId xmlns:a16="http://schemas.microsoft.com/office/drawing/2014/main" id="{6C7ABFA2-E164-74B2-5BAE-62EEBD5BDC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1088" y="6797675"/>
            <a:ext cx="12598400" cy="1049338"/>
          </a:xfrm>
          <a:prstGeom prst="rect">
            <a:avLst/>
          </a:prstGeom>
          <a:solidFill>
            <a:srgbClr val="0B2F09"/>
          </a:solidFill>
          <a:ln w="9525">
            <a:solidFill>
              <a:srgbClr val="043605"/>
            </a:solidFill>
            <a:miter lim="800000"/>
            <a:headEnd/>
            <a:tailEnd/>
          </a:ln>
        </p:spPr>
        <p:txBody>
          <a:bodyPr lIns="431952" tIns="215976" rIns="431952" bIns="21597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  <a:tab pos="10134600" algn="l"/>
                <a:tab pos="10858500" algn="l"/>
                <a:tab pos="11582400" algn="l"/>
                <a:tab pos="12306300" algn="l"/>
                <a:tab pos="13030200" algn="l"/>
                <a:tab pos="13754100" algn="l"/>
              </a:tabLst>
              <a:defRPr sz="143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  <a:tab pos="10134600" algn="l"/>
                <a:tab pos="10858500" algn="l"/>
                <a:tab pos="11582400" algn="l"/>
                <a:tab pos="12306300" algn="l"/>
                <a:tab pos="13030200" algn="l"/>
                <a:tab pos="13754100" algn="l"/>
              </a:tabLst>
              <a:defRPr sz="125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  <a:tab pos="10134600" algn="l"/>
                <a:tab pos="10858500" algn="l"/>
                <a:tab pos="11582400" algn="l"/>
                <a:tab pos="12306300" algn="l"/>
                <a:tab pos="13030200" algn="l"/>
                <a:tab pos="13754100" algn="l"/>
              </a:tabLst>
              <a:defRPr sz="107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  <a:tab pos="10134600" algn="l"/>
                <a:tab pos="10858500" algn="l"/>
                <a:tab pos="11582400" algn="l"/>
                <a:tab pos="12306300" algn="l"/>
                <a:tab pos="13030200" algn="l"/>
                <a:tab pos="13754100" algn="l"/>
              </a:tabLst>
              <a:defRPr sz="89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  <a:tab pos="10134600" algn="l"/>
                <a:tab pos="10858500" algn="l"/>
                <a:tab pos="11582400" algn="l"/>
                <a:tab pos="12306300" algn="l"/>
                <a:tab pos="13030200" algn="l"/>
                <a:tab pos="13754100" algn="l"/>
              </a:tabLst>
              <a:defRPr sz="89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  <a:tab pos="10134600" algn="l"/>
                <a:tab pos="10858500" algn="l"/>
                <a:tab pos="11582400" algn="l"/>
                <a:tab pos="12306300" algn="l"/>
                <a:tab pos="13030200" algn="l"/>
                <a:tab pos="13754100" algn="l"/>
              </a:tabLst>
              <a:defRPr sz="89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  <a:tab pos="10134600" algn="l"/>
                <a:tab pos="10858500" algn="l"/>
                <a:tab pos="11582400" algn="l"/>
                <a:tab pos="12306300" algn="l"/>
                <a:tab pos="13030200" algn="l"/>
                <a:tab pos="13754100" algn="l"/>
              </a:tabLst>
              <a:defRPr sz="89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  <a:tab pos="10134600" algn="l"/>
                <a:tab pos="10858500" algn="l"/>
                <a:tab pos="11582400" algn="l"/>
                <a:tab pos="12306300" algn="l"/>
                <a:tab pos="13030200" algn="l"/>
                <a:tab pos="13754100" algn="l"/>
              </a:tabLst>
              <a:defRPr sz="89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  <a:tab pos="10134600" algn="l"/>
                <a:tab pos="10858500" algn="l"/>
                <a:tab pos="11582400" algn="l"/>
                <a:tab pos="12306300" algn="l"/>
                <a:tab pos="13030200" algn="l"/>
                <a:tab pos="13754100" algn="l"/>
              </a:tabLst>
              <a:defRPr sz="89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ts val="5313"/>
              </a:spcBef>
              <a:buClr>
                <a:srgbClr val="FFFFFF"/>
              </a:buClr>
              <a:buFont typeface="Arial" panose="020B0604020202020204" pitchFamily="34" charset="0"/>
              <a:buNone/>
            </a:pPr>
            <a:r>
              <a:rPr lang="pt-BR" altLang="pt-BR" sz="4000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INTRODUÇÃO</a:t>
            </a:r>
          </a:p>
        </p:txBody>
      </p:sp>
      <p:sp>
        <p:nvSpPr>
          <p:cNvPr id="2063" name="Rectangle 8">
            <a:extLst>
              <a:ext uri="{FF2B5EF4-FFF2-40B4-BE49-F238E27FC236}">
                <a16:creationId xmlns:a16="http://schemas.microsoft.com/office/drawing/2014/main" id="{31991A50-047E-4420-56EC-2F8EE6F2BA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05038" y="8283575"/>
            <a:ext cx="12598400" cy="16124238"/>
          </a:xfrm>
          <a:prstGeom prst="rect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143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125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107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89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89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89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89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89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89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endParaRPr lang="pt-BR" altLang="pt-BR" sz="27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64" name="Rectangle 13">
            <a:extLst>
              <a:ext uri="{FF2B5EF4-FFF2-40B4-BE49-F238E27FC236}">
                <a16:creationId xmlns:a16="http://schemas.microsoft.com/office/drawing/2014/main" id="{BD546C94-59E7-39A1-613F-1D1CE63133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76475" y="33985200"/>
            <a:ext cx="12598400" cy="3886200"/>
          </a:xfrm>
          <a:prstGeom prst="rect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143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125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107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89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89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89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89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89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89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endParaRPr lang="pt-BR" altLang="pt-BR" sz="27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65" name="Rectangle 7">
            <a:extLst>
              <a:ext uri="{FF2B5EF4-FFF2-40B4-BE49-F238E27FC236}">
                <a16:creationId xmlns:a16="http://schemas.microsoft.com/office/drawing/2014/main" id="{BFB28C20-37B7-E98C-596E-371D401DBE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3963" y="22886989"/>
            <a:ext cx="12598400" cy="4303712"/>
          </a:xfrm>
          <a:prstGeom prst="rect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143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125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107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89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89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89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89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89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89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endParaRPr lang="en-US" altLang="pt-BR" sz="27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66" name="Rectangle 12">
            <a:extLst>
              <a:ext uri="{FF2B5EF4-FFF2-40B4-BE49-F238E27FC236}">
                <a16:creationId xmlns:a16="http://schemas.microsoft.com/office/drawing/2014/main" id="{8CDABB5D-CBBC-84C1-BD8C-52BE5350B7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76475" y="26423938"/>
            <a:ext cx="12598400" cy="5646737"/>
          </a:xfrm>
          <a:prstGeom prst="rect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143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125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107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89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89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89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89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89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89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endParaRPr lang="en-US" altLang="pt-BR" sz="27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67" name="CaixaDeTexto 30">
            <a:extLst>
              <a:ext uri="{FF2B5EF4-FFF2-40B4-BE49-F238E27FC236}">
                <a16:creationId xmlns:a16="http://schemas.microsoft.com/office/drawing/2014/main" id="{BDD7AD4C-7E86-ECB5-6F7A-AD2501A059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7169" y="8410962"/>
            <a:ext cx="11806237" cy="6740307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endParaRPr lang="pt-BR" altLang="pt-BR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t-BR" altLang="pt-B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Nos últimos anos, a falta de manutenção e revitalização de vias públicas, iluminação e pontos de ônibus tem se tornado um problema recorrente nas cidades, afetando de forma mais crítica as comunidades periféricas.</a:t>
            </a:r>
          </a:p>
          <a:p>
            <a:r>
              <a:rPr lang="pt-BR" altLang="pt-B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Nesse contexto, este Trabalho de Conclusão de Curso, tem como objetivo projetar e implementar um sistema de gestão e denúncia de problemas urbanos. A proposta aplica conceitos e técnicas de desenvolvimento de software, modelagem de sistemas e banco de dados para criar uma solução prática, integrando tecnologia e cidadania em prol da melhoria da infraestrutura pública.</a:t>
            </a:r>
          </a:p>
        </p:txBody>
      </p:sp>
      <p:sp>
        <p:nvSpPr>
          <p:cNvPr id="2068" name="Text Box 4">
            <a:extLst>
              <a:ext uri="{FF2B5EF4-FFF2-40B4-BE49-F238E27FC236}">
                <a16:creationId xmlns:a16="http://schemas.microsoft.com/office/drawing/2014/main" id="{2D84CBFF-2951-61BE-010D-244E5D7DA9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05038" y="6869113"/>
            <a:ext cx="12598400" cy="1050925"/>
          </a:xfrm>
          <a:prstGeom prst="rect">
            <a:avLst/>
          </a:prstGeom>
          <a:solidFill>
            <a:srgbClr val="0B2F09"/>
          </a:solidFill>
          <a:ln w="9525">
            <a:solidFill>
              <a:srgbClr val="043605"/>
            </a:solidFill>
            <a:miter lim="800000"/>
            <a:headEnd/>
            <a:tailEnd/>
          </a:ln>
        </p:spPr>
        <p:txBody>
          <a:bodyPr lIns="431952" tIns="215976" rIns="431952" bIns="21597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  <a:tab pos="10134600" algn="l"/>
                <a:tab pos="10858500" algn="l"/>
                <a:tab pos="11582400" algn="l"/>
                <a:tab pos="12306300" algn="l"/>
                <a:tab pos="13030200" algn="l"/>
                <a:tab pos="13754100" algn="l"/>
              </a:tabLst>
              <a:defRPr sz="143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  <a:tab pos="10134600" algn="l"/>
                <a:tab pos="10858500" algn="l"/>
                <a:tab pos="11582400" algn="l"/>
                <a:tab pos="12306300" algn="l"/>
                <a:tab pos="13030200" algn="l"/>
                <a:tab pos="13754100" algn="l"/>
              </a:tabLst>
              <a:defRPr sz="125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  <a:tab pos="10134600" algn="l"/>
                <a:tab pos="10858500" algn="l"/>
                <a:tab pos="11582400" algn="l"/>
                <a:tab pos="12306300" algn="l"/>
                <a:tab pos="13030200" algn="l"/>
                <a:tab pos="13754100" algn="l"/>
              </a:tabLst>
              <a:defRPr sz="107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  <a:tab pos="10134600" algn="l"/>
                <a:tab pos="10858500" algn="l"/>
                <a:tab pos="11582400" algn="l"/>
                <a:tab pos="12306300" algn="l"/>
                <a:tab pos="13030200" algn="l"/>
                <a:tab pos="13754100" algn="l"/>
              </a:tabLst>
              <a:defRPr sz="89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  <a:tab pos="10134600" algn="l"/>
                <a:tab pos="10858500" algn="l"/>
                <a:tab pos="11582400" algn="l"/>
                <a:tab pos="12306300" algn="l"/>
                <a:tab pos="13030200" algn="l"/>
                <a:tab pos="13754100" algn="l"/>
              </a:tabLst>
              <a:defRPr sz="89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  <a:tab pos="10134600" algn="l"/>
                <a:tab pos="10858500" algn="l"/>
                <a:tab pos="11582400" algn="l"/>
                <a:tab pos="12306300" algn="l"/>
                <a:tab pos="13030200" algn="l"/>
                <a:tab pos="13754100" algn="l"/>
              </a:tabLst>
              <a:defRPr sz="89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  <a:tab pos="10134600" algn="l"/>
                <a:tab pos="10858500" algn="l"/>
                <a:tab pos="11582400" algn="l"/>
                <a:tab pos="12306300" algn="l"/>
                <a:tab pos="13030200" algn="l"/>
                <a:tab pos="13754100" algn="l"/>
              </a:tabLst>
              <a:defRPr sz="89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  <a:tab pos="10134600" algn="l"/>
                <a:tab pos="10858500" algn="l"/>
                <a:tab pos="11582400" algn="l"/>
                <a:tab pos="12306300" algn="l"/>
                <a:tab pos="13030200" algn="l"/>
                <a:tab pos="13754100" algn="l"/>
              </a:tabLst>
              <a:defRPr sz="89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  <a:tab pos="10134600" algn="l"/>
                <a:tab pos="10858500" algn="l"/>
                <a:tab pos="11582400" algn="l"/>
                <a:tab pos="12306300" algn="l"/>
                <a:tab pos="13030200" algn="l"/>
                <a:tab pos="13754100" algn="l"/>
              </a:tabLst>
              <a:defRPr sz="89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ts val="5313"/>
              </a:spcBef>
              <a:buClr>
                <a:srgbClr val="FFFFFF"/>
              </a:buClr>
              <a:buFont typeface="Arial" panose="020B0604020202020204" pitchFamily="34" charset="0"/>
              <a:buNone/>
            </a:pPr>
            <a:r>
              <a:rPr lang="pt-BR" altLang="pt-BR" sz="4000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RESULTADOS</a:t>
            </a:r>
          </a:p>
        </p:txBody>
      </p:sp>
      <p:sp>
        <p:nvSpPr>
          <p:cNvPr id="2069" name="Text Box 4">
            <a:extLst>
              <a:ext uri="{FF2B5EF4-FFF2-40B4-BE49-F238E27FC236}">
                <a16:creationId xmlns:a16="http://schemas.microsoft.com/office/drawing/2014/main" id="{7CCAC761-6F92-62C2-B7AE-B271E058CC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2525" y="21601113"/>
            <a:ext cx="12598400" cy="1050925"/>
          </a:xfrm>
          <a:prstGeom prst="rect">
            <a:avLst/>
          </a:prstGeom>
          <a:solidFill>
            <a:srgbClr val="0B2F09"/>
          </a:solidFill>
          <a:ln w="9525">
            <a:solidFill>
              <a:srgbClr val="043605"/>
            </a:solidFill>
            <a:miter lim="800000"/>
            <a:headEnd/>
            <a:tailEnd/>
          </a:ln>
        </p:spPr>
        <p:txBody>
          <a:bodyPr lIns="431952" tIns="215976" rIns="431952" bIns="21597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  <a:tab pos="10134600" algn="l"/>
                <a:tab pos="10858500" algn="l"/>
                <a:tab pos="11582400" algn="l"/>
                <a:tab pos="12306300" algn="l"/>
                <a:tab pos="13030200" algn="l"/>
                <a:tab pos="13754100" algn="l"/>
              </a:tabLst>
              <a:defRPr sz="143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  <a:tab pos="10134600" algn="l"/>
                <a:tab pos="10858500" algn="l"/>
                <a:tab pos="11582400" algn="l"/>
                <a:tab pos="12306300" algn="l"/>
                <a:tab pos="13030200" algn="l"/>
                <a:tab pos="13754100" algn="l"/>
              </a:tabLst>
              <a:defRPr sz="125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  <a:tab pos="10134600" algn="l"/>
                <a:tab pos="10858500" algn="l"/>
                <a:tab pos="11582400" algn="l"/>
                <a:tab pos="12306300" algn="l"/>
                <a:tab pos="13030200" algn="l"/>
                <a:tab pos="13754100" algn="l"/>
              </a:tabLst>
              <a:defRPr sz="107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  <a:tab pos="10134600" algn="l"/>
                <a:tab pos="10858500" algn="l"/>
                <a:tab pos="11582400" algn="l"/>
                <a:tab pos="12306300" algn="l"/>
                <a:tab pos="13030200" algn="l"/>
                <a:tab pos="13754100" algn="l"/>
              </a:tabLst>
              <a:defRPr sz="89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  <a:tab pos="10134600" algn="l"/>
                <a:tab pos="10858500" algn="l"/>
                <a:tab pos="11582400" algn="l"/>
                <a:tab pos="12306300" algn="l"/>
                <a:tab pos="13030200" algn="l"/>
                <a:tab pos="13754100" algn="l"/>
              </a:tabLst>
              <a:defRPr sz="89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  <a:tab pos="10134600" algn="l"/>
                <a:tab pos="10858500" algn="l"/>
                <a:tab pos="11582400" algn="l"/>
                <a:tab pos="12306300" algn="l"/>
                <a:tab pos="13030200" algn="l"/>
                <a:tab pos="13754100" algn="l"/>
              </a:tabLst>
              <a:defRPr sz="89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  <a:tab pos="10134600" algn="l"/>
                <a:tab pos="10858500" algn="l"/>
                <a:tab pos="11582400" algn="l"/>
                <a:tab pos="12306300" algn="l"/>
                <a:tab pos="13030200" algn="l"/>
                <a:tab pos="13754100" algn="l"/>
              </a:tabLst>
              <a:defRPr sz="89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  <a:tab pos="10134600" algn="l"/>
                <a:tab pos="10858500" algn="l"/>
                <a:tab pos="11582400" algn="l"/>
                <a:tab pos="12306300" algn="l"/>
                <a:tab pos="13030200" algn="l"/>
                <a:tab pos="13754100" algn="l"/>
              </a:tabLst>
              <a:defRPr sz="89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  <a:tab pos="10134600" algn="l"/>
                <a:tab pos="10858500" algn="l"/>
                <a:tab pos="11582400" algn="l"/>
                <a:tab pos="12306300" algn="l"/>
                <a:tab pos="13030200" algn="l"/>
                <a:tab pos="13754100" algn="l"/>
              </a:tabLst>
              <a:defRPr sz="89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ts val="5313"/>
              </a:spcBef>
              <a:buClr>
                <a:srgbClr val="FFFFFF"/>
              </a:buClr>
              <a:buFont typeface="Arial" panose="020B0604020202020204" pitchFamily="34" charset="0"/>
              <a:buNone/>
            </a:pPr>
            <a:r>
              <a:rPr lang="pt-BR" altLang="pt-BR" sz="4000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OBJETIVOS</a:t>
            </a:r>
          </a:p>
        </p:txBody>
      </p:sp>
      <p:sp>
        <p:nvSpPr>
          <p:cNvPr id="2070" name="Text Box 4">
            <a:extLst>
              <a:ext uri="{FF2B5EF4-FFF2-40B4-BE49-F238E27FC236}">
                <a16:creationId xmlns:a16="http://schemas.microsoft.com/office/drawing/2014/main" id="{3224EA33-1A59-022B-AB53-A113D0C4E4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25550" y="27647900"/>
            <a:ext cx="12598400" cy="1052513"/>
          </a:xfrm>
          <a:prstGeom prst="rect">
            <a:avLst/>
          </a:prstGeom>
          <a:solidFill>
            <a:srgbClr val="0B2F09"/>
          </a:solidFill>
          <a:ln w="9525">
            <a:solidFill>
              <a:srgbClr val="043605"/>
            </a:solidFill>
            <a:miter lim="800000"/>
            <a:headEnd/>
            <a:tailEnd/>
          </a:ln>
        </p:spPr>
        <p:txBody>
          <a:bodyPr lIns="431952" tIns="215976" rIns="431952" bIns="21597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  <a:tab pos="10134600" algn="l"/>
                <a:tab pos="10858500" algn="l"/>
                <a:tab pos="11582400" algn="l"/>
                <a:tab pos="12306300" algn="l"/>
                <a:tab pos="13030200" algn="l"/>
                <a:tab pos="13754100" algn="l"/>
              </a:tabLst>
              <a:defRPr sz="143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  <a:tab pos="10134600" algn="l"/>
                <a:tab pos="10858500" algn="l"/>
                <a:tab pos="11582400" algn="l"/>
                <a:tab pos="12306300" algn="l"/>
                <a:tab pos="13030200" algn="l"/>
                <a:tab pos="13754100" algn="l"/>
              </a:tabLst>
              <a:defRPr sz="125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  <a:tab pos="10134600" algn="l"/>
                <a:tab pos="10858500" algn="l"/>
                <a:tab pos="11582400" algn="l"/>
                <a:tab pos="12306300" algn="l"/>
                <a:tab pos="13030200" algn="l"/>
                <a:tab pos="13754100" algn="l"/>
              </a:tabLst>
              <a:defRPr sz="107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  <a:tab pos="10134600" algn="l"/>
                <a:tab pos="10858500" algn="l"/>
                <a:tab pos="11582400" algn="l"/>
                <a:tab pos="12306300" algn="l"/>
                <a:tab pos="13030200" algn="l"/>
                <a:tab pos="13754100" algn="l"/>
              </a:tabLst>
              <a:defRPr sz="89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  <a:tab pos="10134600" algn="l"/>
                <a:tab pos="10858500" algn="l"/>
                <a:tab pos="11582400" algn="l"/>
                <a:tab pos="12306300" algn="l"/>
                <a:tab pos="13030200" algn="l"/>
                <a:tab pos="13754100" algn="l"/>
              </a:tabLst>
              <a:defRPr sz="89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  <a:tab pos="10134600" algn="l"/>
                <a:tab pos="10858500" algn="l"/>
                <a:tab pos="11582400" algn="l"/>
                <a:tab pos="12306300" algn="l"/>
                <a:tab pos="13030200" algn="l"/>
                <a:tab pos="13754100" algn="l"/>
              </a:tabLst>
              <a:defRPr sz="89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  <a:tab pos="10134600" algn="l"/>
                <a:tab pos="10858500" algn="l"/>
                <a:tab pos="11582400" algn="l"/>
                <a:tab pos="12306300" algn="l"/>
                <a:tab pos="13030200" algn="l"/>
                <a:tab pos="13754100" algn="l"/>
              </a:tabLst>
              <a:defRPr sz="89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  <a:tab pos="10134600" algn="l"/>
                <a:tab pos="10858500" algn="l"/>
                <a:tab pos="11582400" algn="l"/>
                <a:tab pos="12306300" algn="l"/>
                <a:tab pos="13030200" algn="l"/>
                <a:tab pos="13754100" algn="l"/>
              </a:tabLst>
              <a:defRPr sz="89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  <a:tab pos="10134600" algn="l"/>
                <a:tab pos="10858500" algn="l"/>
                <a:tab pos="11582400" algn="l"/>
                <a:tab pos="12306300" algn="l"/>
                <a:tab pos="13030200" algn="l"/>
                <a:tab pos="13754100" algn="l"/>
              </a:tabLst>
              <a:defRPr sz="89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ts val="5313"/>
              </a:spcBef>
              <a:buClr>
                <a:srgbClr val="FFFFFF"/>
              </a:buClr>
              <a:buFont typeface="Arial" panose="020B0604020202020204" pitchFamily="34" charset="0"/>
              <a:buNone/>
            </a:pPr>
            <a:r>
              <a:rPr lang="pt-BR" altLang="pt-BR" sz="4000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METODOLOGIA</a:t>
            </a:r>
          </a:p>
        </p:txBody>
      </p:sp>
      <p:sp>
        <p:nvSpPr>
          <p:cNvPr id="2071" name="Text Box 4">
            <a:extLst>
              <a:ext uri="{FF2B5EF4-FFF2-40B4-BE49-F238E27FC236}">
                <a16:creationId xmlns:a16="http://schemas.microsoft.com/office/drawing/2014/main" id="{193395E3-5E82-0971-7E05-9EC3FF2E94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05038" y="24912638"/>
            <a:ext cx="12598400" cy="1050925"/>
          </a:xfrm>
          <a:prstGeom prst="rect">
            <a:avLst/>
          </a:prstGeom>
          <a:solidFill>
            <a:srgbClr val="0B2F09"/>
          </a:solidFill>
          <a:ln w="9525">
            <a:solidFill>
              <a:srgbClr val="043605"/>
            </a:solidFill>
            <a:miter lim="800000"/>
            <a:headEnd/>
            <a:tailEnd/>
          </a:ln>
        </p:spPr>
        <p:txBody>
          <a:bodyPr lIns="431952" tIns="215976" rIns="431952" bIns="21597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  <a:tab pos="10134600" algn="l"/>
                <a:tab pos="10858500" algn="l"/>
                <a:tab pos="11582400" algn="l"/>
                <a:tab pos="12306300" algn="l"/>
                <a:tab pos="13030200" algn="l"/>
                <a:tab pos="13754100" algn="l"/>
              </a:tabLst>
              <a:defRPr sz="143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  <a:tab pos="10134600" algn="l"/>
                <a:tab pos="10858500" algn="l"/>
                <a:tab pos="11582400" algn="l"/>
                <a:tab pos="12306300" algn="l"/>
                <a:tab pos="13030200" algn="l"/>
                <a:tab pos="13754100" algn="l"/>
              </a:tabLst>
              <a:defRPr sz="125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  <a:tab pos="10134600" algn="l"/>
                <a:tab pos="10858500" algn="l"/>
                <a:tab pos="11582400" algn="l"/>
                <a:tab pos="12306300" algn="l"/>
                <a:tab pos="13030200" algn="l"/>
                <a:tab pos="13754100" algn="l"/>
              </a:tabLst>
              <a:defRPr sz="107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  <a:tab pos="10134600" algn="l"/>
                <a:tab pos="10858500" algn="l"/>
                <a:tab pos="11582400" algn="l"/>
                <a:tab pos="12306300" algn="l"/>
                <a:tab pos="13030200" algn="l"/>
                <a:tab pos="13754100" algn="l"/>
              </a:tabLst>
              <a:defRPr sz="89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  <a:tab pos="10134600" algn="l"/>
                <a:tab pos="10858500" algn="l"/>
                <a:tab pos="11582400" algn="l"/>
                <a:tab pos="12306300" algn="l"/>
                <a:tab pos="13030200" algn="l"/>
                <a:tab pos="13754100" algn="l"/>
              </a:tabLst>
              <a:defRPr sz="89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  <a:tab pos="10134600" algn="l"/>
                <a:tab pos="10858500" algn="l"/>
                <a:tab pos="11582400" algn="l"/>
                <a:tab pos="12306300" algn="l"/>
                <a:tab pos="13030200" algn="l"/>
                <a:tab pos="13754100" algn="l"/>
              </a:tabLst>
              <a:defRPr sz="89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  <a:tab pos="10134600" algn="l"/>
                <a:tab pos="10858500" algn="l"/>
                <a:tab pos="11582400" algn="l"/>
                <a:tab pos="12306300" algn="l"/>
                <a:tab pos="13030200" algn="l"/>
                <a:tab pos="13754100" algn="l"/>
              </a:tabLst>
              <a:defRPr sz="89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  <a:tab pos="10134600" algn="l"/>
                <a:tab pos="10858500" algn="l"/>
                <a:tab pos="11582400" algn="l"/>
                <a:tab pos="12306300" algn="l"/>
                <a:tab pos="13030200" algn="l"/>
                <a:tab pos="13754100" algn="l"/>
              </a:tabLst>
              <a:defRPr sz="89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  <a:tab pos="10134600" algn="l"/>
                <a:tab pos="10858500" algn="l"/>
                <a:tab pos="11582400" algn="l"/>
                <a:tab pos="12306300" algn="l"/>
                <a:tab pos="13030200" algn="l"/>
                <a:tab pos="13754100" algn="l"/>
              </a:tabLst>
              <a:defRPr sz="89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ts val="5313"/>
              </a:spcBef>
              <a:buClr>
                <a:srgbClr val="FFFFFF"/>
              </a:buClr>
              <a:buFont typeface="Arial" panose="020B0604020202020204" pitchFamily="34" charset="0"/>
              <a:buNone/>
            </a:pPr>
            <a:r>
              <a:rPr lang="pt-BR" altLang="pt-BR" sz="4000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CONCLUSÃO/PARCIAL</a:t>
            </a:r>
          </a:p>
        </p:txBody>
      </p:sp>
      <p:sp>
        <p:nvSpPr>
          <p:cNvPr id="2072" name="Text Box 4">
            <a:extLst>
              <a:ext uri="{FF2B5EF4-FFF2-40B4-BE49-F238E27FC236}">
                <a16:creationId xmlns:a16="http://schemas.microsoft.com/office/drawing/2014/main" id="{D1B34848-0540-4F6B-13AC-960CE741B4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76475" y="32472313"/>
            <a:ext cx="12598400" cy="1052512"/>
          </a:xfrm>
          <a:prstGeom prst="rect">
            <a:avLst/>
          </a:prstGeom>
          <a:solidFill>
            <a:srgbClr val="0B2F09"/>
          </a:solidFill>
          <a:ln w="9525">
            <a:solidFill>
              <a:srgbClr val="043605"/>
            </a:solidFill>
            <a:miter lim="800000"/>
            <a:headEnd/>
            <a:tailEnd/>
          </a:ln>
        </p:spPr>
        <p:txBody>
          <a:bodyPr lIns="431952" tIns="215976" rIns="431952" bIns="21597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  <a:tab pos="10134600" algn="l"/>
                <a:tab pos="10858500" algn="l"/>
                <a:tab pos="11582400" algn="l"/>
                <a:tab pos="12306300" algn="l"/>
                <a:tab pos="13030200" algn="l"/>
                <a:tab pos="13754100" algn="l"/>
              </a:tabLst>
              <a:defRPr sz="143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  <a:tab pos="10134600" algn="l"/>
                <a:tab pos="10858500" algn="l"/>
                <a:tab pos="11582400" algn="l"/>
                <a:tab pos="12306300" algn="l"/>
                <a:tab pos="13030200" algn="l"/>
                <a:tab pos="13754100" algn="l"/>
              </a:tabLst>
              <a:defRPr sz="125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  <a:tab pos="10134600" algn="l"/>
                <a:tab pos="10858500" algn="l"/>
                <a:tab pos="11582400" algn="l"/>
                <a:tab pos="12306300" algn="l"/>
                <a:tab pos="13030200" algn="l"/>
                <a:tab pos="13754100" algn="l"/>
              </a:tabLst>
              <a:defRPr sz="107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  <a:tab pos="10134600" algn="l"/>
                <a:tab pos="10858500" algn="l"/>
                <a:tab pos="11582400" algn="l"/>
                <a:tab pos="12306300" algn="l"/>
                <a:tab pos="13030200" algn="l"/>
                <a:tab pos="13754100" algn="l"/>
              </a:tabLst>
              <a:defRPr sz="89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  <a:tab pos="10134600" algn="l"/>
                <a:tab pos="10858500" algn="l"/>
                <a:tab pos="11582400" algn="l"/>
                <a:tab pos="12306300" algn="l"/>
                <a:tab pos="13030200" algn="l"/>
                <a:tab pos="13754100" algn="l"/>
              </a:tabLst>
              <a:defRPr sz="89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  <a:tab pos="10134600" algn="l"/>
                <a:tab pos="10858500" algn="l"/>
                <a:tab pos="11582400" algn="l"/>
                <a:tab pos="12306300" algn="l"/>
                <a:tab pos="13030200" algn="l"/>
                <a:tab pos="13754100" algn="l"/>
              </a:tabLst>
              <a:defRPr sz="89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  <a:tab pos="10134600" algn="l"/>
                <a:tab pos="10858500" algn="l"/>
                <a:tab pos="11582400" algn="l"/>
                <a:tab pos="12306300" algn="l"/>
                <a:tab pos="13030200" algn="l"/>
                <a:tab pos="13754100" algn="l"/>
              </a:tabLst>
              <a:defRPr sz="89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  <a:tab pos="10134600" algn="l"/>
                <a:tab pos="10858500" algn="l"/>
                <a:tab pos="11582400" algn="l"/>
                <a:tab pos="12306300" algn="l"/>
                <a:tab pos="13030200" algn="l"/>
                <a:tab pos="13754100" algn="l"/>
              </a:tabLst>
              <a:defRPr sz="89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  <a:tab pos="10134600" algn="l"/>
                <a:tab pos="10858500" algn="l"/>
                <a:tab pos="11582400" algn="l"/>
                <a:tab pos="12306300" algn="l"/>
                <a:tab pos="13030200" algn="l"/>
                <a:tab pos="13754100" algn="l"/>
              </a:tabLst>
              <a:defRPr sz="89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ts val="5313"/>
              </a:spcBef>
              <a:buClr>
                <a:srgbClr val="FFFFFF"/>
              </a:buClr>
              <a:buFont typeface="Arial" panose="020B0604020202020204" pitchFamily="34" charset="0"/>
              <a:buNone/>
            </a:pPr>
            <a:r>
              <a:rPr lang="pt-BR" altLang="pt-BR" sz="4000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REFERÊNCIAS</a:t>
            </a:r>
          </a:p>
        </p:txBody>
      </p:sp>
      <p:cxnSp>
        <p:nvCxnSpPr>
          <p:cNvPr id="8" name="Conector reto 7">
            <a:extLst>
              <a:ext uri="{FF2B5EF4-FFF2-40B4-BE49-F238E27FC236}">
                <a16:creationId xmlns:a16="http://schemas.microsoft.com/office/drawing/2014/main" id="{8D37998A-3A5D-4F4F-AD88-3DAC394E0853}"/>
              </a:ext>
            </a:extLst>
          </p:cNvPr>
          <p:cNvCxnSpPr/>
          <p:nvPr/>
        </p:nvCxnSpPr>
        <p:spPr>
          <a:xfrm>
            <a:off x="0" y="39779575"/>
            <a:ext cx="28798838" cy="0"/>
          </a:xfrm>
          <a:prstGeom prst="line">
            <a:avLst/>
          </a:prstGeom>
          <a:ln w="101600">
            <a:solidFill>
              <a:srgbClr val="AF091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2074" name="Picture 31" descr="Resultado de imagem para logo centro paula souza">
            <a:extLst>
              <a:ext uri="{FF2B5EF4-FFF2-40B4-BE49-F238E27FC236}">
                <a16:creationId xmlns:a16="http://schemas.microsoft.com/office/drawing/2014/main" id="{0EF76BB8-CB4A-802A-B0E1-E06BF70A38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43850" y="40178038"/>
            <a:ext cx="6931025" cy="2617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75" name="CaixaDeTexto 3">
            <a:extLst>
              <a:ext uri="{FF2B5EF4-FFF2-40B4-BE49-F238E27FC236}">
                <a16:creationId xmlns:a16="http://schemas.microsoft.com/office/drawing/2014/main" id="{3EE10725-EF06-5F3D-535C-84EA408DD7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52550" y="23007638"/>
            <a:ext cx="12487275" cy="50167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pt-BR" altLang="pt-BR" dirty="0"/>
              <a:t>-</a:t>
            </a:r>
            <a:r>
              <a:rPr lang="pt-BR" dirty="0"/>
              <a:t>Informar os canais de comunicação e os órgãos competentes para a população poder realizar suas denúncias.</a:t>
            </a:r>
          </a:p>
          <a:p>
            <a:r>
              <a:rPr lang="pt-BR" altLang="pt-BR" dirty="0"/>
              <a:t>-</a:t>
            </a:r>
            <a:r>
              <a:rPr lang="pt-BR" dirty="0"/>
              <a:t>Permitir a população acompanhar o estado da solicitação (a solicitação para os órgãos responsáveis, a resposta do órgão responsável, e todo o processo até a resolução do problema identificado pela população).</a:t>
            </a:r>
          </a:p>
          <a:p>
            <a:r>
              <a:rPr lang="pt-BR" dirty="0"/>
              <a:t>-Permitir a resposta do órgão competente sobre o processo da resolução do problema.</a:t>
            </a:r>
          </a:p>
          <a:p>
            <a:endParaRPr lang="pt-BR" dirty="0"/>
          </a:p>
          <a:p>
            <a:endParaRPr lang="pt-BR" altLang="pt-BR" dirty="0"/>
          </a:p>
        </p:txBody>
      </p:sp>
      <p:sp>
        <p:nvSpPr>
          <p:cNvPr id="2077" name="CaixaDeTexto 6">
            <a:extLst>
              <a:ext uri="{FF2B5EF4-FFF2-40B4-BE49-F238E27FC236}">
                <a16:creationId xmlns:a16="http://schemas.microsoft.com/office/drawing/2014/main" id="{EE1331D9-74FF-2ED5-5DA3-B62980661B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41513" y="35710208"/>
            <a:ext cx="11880850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pt-BR" altLang="pt-BR" dirty="0"/>
              <a:t>Fizemos uma pesquisa de campo onde 98% das pessoas acabaram relatando a existência deste tipo de problema o que reforça a necessidade do nosso aplicativo</a:t>
            </a:r>
          </a:p>
        </p:txBody>
      </p:sp>
      <p:sp>
        <p:nvSpPr>
          <p:cNvPr id="2078" name="CaixaDeTexto 8">
            <a:extLst>
              <a:ext uri="{FF2B5EF4-FFF2-40B4-BE49-F238E27FC236}">
                <a16:creationId xmlns:a16="http://schemas.microsoft.com/office/drawing/2014/main" id="{BE25569A-2D88-6E03-6414-4C74C51008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43200" y="26895137"/>
            <a:ext cx="11522075" cy="304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pt-BR" altLang="pt-BR" dirty="0"/>
              <a:t>Com muitos problemas recorrentes nas grandes cidades só resta uma opção, criar um sistema que permite a população denunciar problemas urbanos, de forma a registrar a localização do problema, a data da denúncia e exibir o status das denúncias, permitindo uma melhor comunicação entre cidadão e estado.</a:t>
            </a:r>
          </a:p>
        </p:txBody>
      </p:sp>
      <p:sp>
        <p:nvSpPr>
          <p:cNvPr id="2080" name="CaixaDeTexto 6">
            <a:extLst>
              <a:ext uri="{FF2B5EF4-FFF2-40B4-BE49-F238E27FC236}">
                <a16:creationId xmlns:a16="http://schemas.microsoft.com/office/drawing/2014/main" id="{0B2B36B8-E329-4AFE-DC09-9504F4E817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25775" y="8694738"/>
            <a:ext cx="8177213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pt-BR" altLang="pt-BR" b="1"/>
              <a:t>HOME:TELA PRINCIPAL</a:t>
            </a:r>
          </a:p>
        </p:txBody>
      </p:sp>
      <p:sp>
        <p:nvSpPr>
          <p:cNvPr id="2081" name="CaixaDeTexto 36">
            <a:extLst>
              <a:ext uri="{FF2B5EF4-FFF2-40B4-BE49-F238E27FC236}">
                <a16:creationId xmlns:a16="http://schemas.microsoft.com/office/drawing/2014/main" id="{301CD9D0-4416-44B8-50B2-DFC890ACD5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44825" y="16205200"/>
            <a:ext cx="817562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pt-BR" altLang="pt-BR" b="1" dirty="0"/>
              <a:t>TELA CADASTRO</a:t>
            </a:r>
          </a:p>
        </p:txBody>
      </p:sp>
      <p:sp>
        <p:nvSpPr>
          <p:cNvPr id="2083" name="CaixaDeTexto 11">
            <a:extLst>
              <a:ext uri="{FF2B5EF4-FFF2-40B4-BE49-F238E27FC236}">
                <a16:creationId xmlns:a16="http://schemas.microsoft.com/office/drawing/2014/main" id="{07E067CC-3434-A667-2C85-56FF0149A7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43200" y="34269363"/>
            <a:ext cx="9080500" cy="2554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pt-BR" altLang="pt-BR" dirty="0"/>
              <a:t>-Usamos como  principais referências as pesquisas de campo realizadas pelo grupo.</a:t>
            </a:r>
          </a:p>
          <a:p>
            <a:endParaRPr lang="pt-BR" altLang="pt-BR" dirty="0"/>
          </a:p>
          <a:p>
            <a:r>
              <a:rPr lang="pt-BR" altLang="pt-BR" dirty="0"/>
              <a:t>https://www.reclameaqui.com.br/</a:t>
            </a:r>
          </a:p>
          <a:p>
            <a:endParaRPr lang="pt-BR" altLang="pt-BR" dirty="0"/>
          </a:p>
        </p:txBody>
      </p:sp>
      <p:sp>
        <p:nvSpPr>
          <p:cNvPr id="2085" name="CaixaDeTexto 13">
            <a:extLst>
              <a:ext uri="{FF2B5EF4-FFF2-40B4-BE49-F238E27FC236}">
                <a16:creationId xmlns:a16="http://schemas.microsoft.com/office/drawing/2014/main" id="{3772ED82-1EC3-9B3C-1F93-1AC5752481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63108" y="15588299"/>
            <a:ext cx="7970837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pt-BR" altLang="pt-BR" b="1" dirty="0"/>
              <a:t>Protótipo Mural de denúncias</a:t>
            </a:r>
          </a:p>
        </p:txBody>
      </p:sp>
      <p:pic>
        <p:nvPicPr>
          <p:cNvPr id="2086" name="Imagem 5">
            <a:extLst>
              <a:ext uri="{FF2B5EF4-FFF2-40B4-BE49-F238E27FC236}">
                <a16:creationId xmlns:a16="http://schemas.microsoft.com/office/drawing/2014/main" id="{C52D618E-F2F0-1C07-AFE0-A75A651C9D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12263" y="161925"/>
            <a:ext cx="6651625" cy="422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2FD6F8D3-F5F2-41A3-BB1E-68ADF38B6DC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2215" y="16210441"/>
            <a:ext cx="8396143" cy="4693228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C37FA5EE-2658-43BE-BB4F-4373120C780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9012" y="29230958"/>
            <a:ext cx="9015772" cy="5563579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7DFFBC64-B667-4155-BBFA-EBD31545280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55090" y="9625107"/>
            <a:ext cx="9841170" cy="6168930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A116AD21-144F-4364-B02F-F29AC040C08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44825" y="17904146"/>
            <a:ext cx="10365496" cy="464216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1520</TotalTime>
  <Words>318</Words>
  <Application>Microsoft Office PowerPoint</Application>
  <PresentationFormat>Personalizar</PresentationFormat>
  <Paragraphs>26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Arial</vt:lpstr>
      <vt:lpstr>Calibri</vt:lpstr>
      <vt:lpstr>Times New Roman</vt:lpstr>
      <vt:lpstr>Tema do Office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info</dc:creator>
  <cp:lastModifiedBy>alunoinfo</cp:lastModifiedBy>
  <cp:revision>89</cp:revision>
  <cp:lastPrinted>2018-09-10T19:14:00Z</cp:lastPrinted>
  <dcterms:created xsi:type="dcterms:W3CDTF">2010-10-14T20:32:18Z</dcterms:created>
  <dcterms:modified xsi:type="dcterms:W3CDTF">2026-09-18T17:46:26Z</dcterms:modified>
</cp:coreProperties>
</file>