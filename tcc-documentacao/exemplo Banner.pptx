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054225" indent="-16383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111625" indent="-327977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167438" indent="-492125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224838" indent="-656272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F09"/>
    <a:srgbClr val="064E08"/>
    <a:srgbClr val="0C2F07"/>
    <a:srgbClr val="AF0917"/>
    <a:srgbClr val="B40000"/>
    <a:srgbClr val="A61106"/>
    <a:srgbClr val="AE1206"/>
    <a:srgbClr val="0436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5" autoAdjust="0"/>
    <p:restoredTop sz="91738" autoAdjust="0"/>
  </p:normalViewPr>
  <p:slideViewPr>
    <p:cSldViewPr>
      <p:cViewPr>
        <p:scale>
          <a:sx n="75" d="100"/>
          <a:sy n="75" d="100"/>
        </p:scale>
        <p:origin x="276" y="-3522"/>
      </p:cViewPr>
      <p:guideLst>
        <p:guide orient="horz" pos="13607"/>
        <p:guide pos="9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033" y="13420207"/>
            <a:ext cx="24480361" cy="926013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0064" y="24480363"/>
            <a:ext cx="20160298" cy="110401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56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13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70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27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284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4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398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455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7E4667-DCE1-3DFD-0658-354B6521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E4455-E6B1-48EC-AEAD-C7DC02B0F7BD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F2AC55-0965-7FA7-40F5-B6A4EC48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AF30E3-52F1-3603-0212-DB935707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1E925-7215-48E4-B444-C3C6368858E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885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2543D-75B5-B403-417D-7BCBB9FC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92937-3B46-4C3A-9DDC-B6E78098C485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3BEA4-0F82-ABD5-B345-42D90E49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F6A3C7-020A-1FA5-C3B3-8026739A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7B6D35-30FC-48BC-B4BC-CA075835F99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6819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037" y="27760413"/>
            <a:ext cx="24480361" cy="8580127"/>
          </a:xfrm>
        </p:spPr>
        <p:txBody>
          <a:bodyPr anchor="t"/>
          <a:lstStyle>
            <a:lvl1pPr algn="l">
              <a:defRPr sz="17998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037" y="18310280"/>
            <a:ext cx="24480361" cy="9450135"/>
          </a:xfrm>
        </p:spPr>
        <p:txBody>
          <a:bodyPr anchor="b"/>
          <a:lstStyle>
            <a:lvl1pPr marL="0" indent="0">
              <a:buNone/>
              <a:defRPr sz="8999">
                <a:solidFill>
                  <a:schemeClr val="tx1">
                    <a:tint val="75000"/>
                  </a:schemeClr>
                </a:solidFill>
              </a:defRPr>
            </a:lvl1pPr>
            <a:lvl2pPr marL="2056988" indent="0">
              <a:buNone/>
              <a:defRPr sz="8099">
                <a:solidFill>
                  <a:schemeClr val="tx1">
                    <a:tint val="75000"/>
                  </a:schemeClr>
                </a:solidFill>
              </a:defRPr>
            </a:lvl2pPr>
            <a:lvl3pPr marL="4113978" indent="0">
              <a:buNone/>
              <a:defRPr sz="7199">
                <a:solidFill>
                  <a:schemeClr val="tx1">
                    <a:tint val="75000"/>
                  </a:schemeClr>
                </a:solidFill>
              </a:defRPr>
            </a:lvl3pPr>
            <a:lvl4pPr marL="617096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8227954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1028494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234193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4398920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645590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58C49C-6FD9-8D72-A46D-FDCE67BD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BDCEC-4EF6-4F78-9F4D-918BFD6B098C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71D6B-C51D-F3CA-0AC0-412DB792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7EA1B-B09F-C193-394C-03E1B41C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4EC88-4F89-4EDC-85E2-CCD3EEDEC78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00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40022" y="10080158"/>
            <a:ext cx="12720188" cy="28510422"/>
          </a:xfrm>
        </p:spPr>
        <p:txBody>
          <a:bodyPr/>
          <a:lstStyle>
            <a:lvl1pPr>
              <a:defRPr sz="12599"/>
            </a:lvl1pPr>
            <a:lvl2pPr>
              <a:defRPr sz="10799"/>
            </a:lvl2pPr>
            <a:lvl3pPr>
              <a:defRPr sz="8999"/>
            </a:lvl3pPr>
            <a:lvl4pPr>
              <a:defRPr sz="8099"/>
            </a:lvl4pPr>
            <a:lvl5pPr>
              <a:defRPr sz="8099"/>
            </a:lvl5pPr>
            <a:lvl6pPr>
              <a:defRPr sz="8099"/>
            </a:lvl6pPr>
            <a:lvl7pPr>
              <a:defRPr sz="8099"/>
            </a:lvl7pPr>
            <a:lvl8pPr>
              <a:defRPr sz="8099"/>
            </a:lvl8pPr>
            <a:lvl9pPr>
              <a:defRPr sz="80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640216" y="10080158"/>
            <a:ext cx="12720188" cy="28510422"/>
          </a:xfrm>
        </p:spPr>
        <p:txBody>
          <a:bodyPr/>
          <a:lstStyle>
            <a:lvl1pPr>
              <a:defRPr sz="12599"/>
            </a:lvl1pPr>
            <a:lvl2pPr>
              <a:defRPr sz="10799"/>
            </a:lvl2pPr>
            <a:lvl3pPr>
              <a:defRPr sz="8999"/>
            </a:lvl3pPr>
            <a:lvl4pPr>
              <a:defRPr sz="8099"/>
            </a:lvl4pPr>
            <a:lvl5pPr>
              <a:defRPr sz="8099"/>
            </a:lvl5pPr>
            <a:lvl6pPr>
              <a:defRPr sz="8099"/>
            </a:lvl6pPr>
            <a:lvl7pPr>
              <a:defRPr sz="8099"/>
            </a:lvl7pPr>
            <a:lvl8pPr>
              <a:defRPr sz="8099"/>
            </a:lvl8pPr>
            <a:lvl9pPr>
              <a:defRPr sz="80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6B8B04C-0347-576D-7FCD-97DDE1C3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A3ACB-791E-4DD4-AB30-53ED152CD5AB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0C83937-2007-6993-717A-A7C1EF6F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FE525EA-94DE-2370-1CB2-7602F695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16F73-8BFA-4423-B9E0-C5214131F34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344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40023" y="9670144"/>
            <a:ext cx="12725189" cy="4030057"/>
          </a:xfrm>
        </p:spPr>
        <p:txBody>
          <a:bodyPr anchor="b"/>
          <a:lstStyle>
            <a:lvl1pPr marL="0" indent="0">
              <a:buNone/>
              <a:defRPr sz="10799" b="1"/>
            </a:lvl1pPr>
            <a:lvl2pPr marL="2056988" indent="0">
              <a:buNone/>
              <a:defRPr sz="8999" b="1"/>
            </a:lvl2pPr>
            <a:lvl3pPr marL="4113978" indent="0">
              <a:buNone/>
              <a:defRPr sz="8099" b="1"/>
            </a:lvl3pPr>
            <a:lvl4pPr marL="6170966" indent="0">
              <a:buNone/>
              <a:defRPr sz="7199" b="1"/>
            </a:lvl4pPr>
            <a:lvl5pPr marL="8227954" indent="0">
              <a:buNone/>
              <a:defRPr sz="7199" b="1"/>
            </a:lvl5pPr>
            <a:lvl6pPr marL="10284942" indent="0">
              <a:buNone/>
              <a:defRPr sz="7199" b="1"/>
            </a:lvl6pPr>
            <a:lvl7pPr marL="12341932" indent="0">
              <a:buNone/>
              <a:defRPr sz="7199" b="1"/>
            </a:lvl7pPr>
            <a:lvl8pPr marL="14398920" indent="0">
              <a:buNone/>
              <a:defRPr sz="7199" b="1"/>
            </a:lvl8pPr>
            <a:lvl9pPr marL="16455908" indent="0">
              <a:buNone/>
              <a:defRPr sz="7199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0023" y="13700201"/>
            <a:ext cx="12725189" cy="24890370"/>
          </a:xfrm>
        </p:spPr>
        <p:txBody>
          <a:bodyPr/>
          <a:lstStyle>
            <a:lvl1pPr>
              <a:defRPr sz="10799"/>
            </a:lvl1pPr>
            <a:lvl2pPr>
              <a:defRPr sz="8999"/>
            </a:lvl2pPr>
            <a:lvl3pPr>
              <a:defRPr sz="8099"/>
            </a:lvl3pPr>
            <a:lvl4pPr>
              <a:defRPr sz="7199"/>
            </a:lvl4pPr>
            <a:lvl5pPr>
              <a:defRPr sz="7199"/>
            </a:lvl5pPr>
            <a:lvl6pPr>
              <a:defRPr sz="7199"/>
            </a:lvl6pPr>
            <a:lvl7pPr>
              <a:defRPr sz="7199"/>
            </a:lvl7pPr>
            <a:lvl8pPr>
              <a:defRPr sz="7199"/>
            </a:lvl8pPr>
            <a:lvl9pPr>
              <a:defRPr sz="71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220" y="9670144"/>
            <a:ext cx="12730187" cy="4030057"/>
          </a:xfrm>
        </p:spPr>
        <p:txBody>
          <a:bodyPr anchor="b"/>
          <a:lstStyle>
            <a:lvl1pPr marL="0" indent="0">
              <a:buNone/>
              <a:defRPr sz="10799" b="1"/>
            </a:lvl1pPr>
            <a:lvl2pPr marL="2056988" indent="0">
              <a:buNone/>
              <a:defRPr sz="8999" b="1"/>
            </a:lvl2pPr>
            <a:lvl3pPr marL="4113978" indent="0">
              <a:buNone/>
              <a:defRPr sz="8099" b="1"/>
            </a:lvl3pPr>
            <a:lvl4pPr marL="6170966" indent="0">
              <a:buNone/>
              <a:defRPr sz="7199" b="1"/>
            </a:lvl4pPr>
            <a:lvl5pPr marL="8227954" indent="0">
              <a:buNone/>
              <a:defRPr sz="7199" b="1"/>
            </a:lvl5pPr>
            <a:lvl6pPr marL="10284942" indent="0">
              <a:buNone/>
              <a:defRPr sz="7199" b="1"/>
            </a:lvl6pPr>
            <a:lvl7pPr marL="12341932" indent="0">
              <a:buNone/>
              <a:defRPr sz="7199" b="1"/>
            </a:lvl7pPr>
            <a:lvl8pPr marL="14398920" indent="0">
              <a:buNone/>
              <a:defRPr sz="7199" b="1"/>
            </a:lvl8pPr>
            <a:lvl9pPr marL="16455908" indent="0">
              <a:buNone/>
              <a:defRPr sz="7199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220" y="13700201"/>
            <a:ext cx="12730187" cy="24890370"/>
          </a:xfrm>
        </p:spPr>
        <p:txBody>
          <a:bodyPr/>
          <a:lstStyle>
            <a:lvl1pPr>
              <a:defRPr sz="10799"/>
            </a:lvl1pPr>
            <a:lvl2pPr>
              <a:defRPr sz="8999"/>
            </a:lvl2pPr>
            <a:lvl3pPr>
              <a:defRPr sz="8099"/>
            </a:lvl3pPr>
            <a:lvl4pPr>
              <a:defRPr sz="7199"/>
            </a:lvl4pPr>
            <a:lvl5pPr>
              <a:defRPr sz="7199"/>
            </a:lvl5pPr>
            <a:lvl6pPr>
              <a:defRPr sz="7199"/>
            </a:lvl6pPr>
            <a:lvl7pPr>
              <a:defRPr sz="7199"/>
            </a:lvl7pPr>
            <a:lvl8pPr>
              <a:defRPr sz="7199"/>
            </a:lvl8pPr>
            <a:lvl9pPr>
              <a:defRPr sz="71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6274893-0CBA-3DC5-60BE-4615C745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8373-1F22-48BF-A4BE-8B8D2E4C21E5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7197B3B5-E89E-EE19-B1CA-3D9C67AF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72C5D916-80E3-794B-880B-06202A83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9A51E-37CB-4CBA-9D72-16FA937807C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321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1A341C97-9492-91E1-D875-C70FE490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C2F37-1985-4C9A-A097-9D801E6E0EBE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41CC1A08-C296-1E7A-59F4-02784F61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02D2DF94-951F-88CE-64C5-7C9D1718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7E7BB-A035-430E-A655-A444E7C55DF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7067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5A85A52-6D01-DC65-46AE-74DB5E9E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A11A5-9830-4DCE-936F-DD2F817FA3B7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80348EEF-1EE8-04FF-8932-52859DAF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6AFAA7E-1144-139B-0732-5661CCFB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3EC5A-D634-49FF-AB41-AF0B4B4B255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18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023" y="1720029"/>
            <a:ext cx="9475143" cy="7320108"/>
          </a:xfrm>
        </p:spPr>
        <p:txBody>
          <a:bodyPr anchor="b"/>
          <a:lstStyle>
            <a:lvl1pPr algn="l">
              <a:defRPr sz="8999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0166" y="1720031"/>
            <a:ext cx="16100239" cy="36870549"/>
          </a:xfrm>
        </p:spPr>
        <p:txBody>
          <a:bodyPr/>
          <a:lstStyle>
            <a:lvl1pPr>
              <a:defRPr sz="14399"/>
            </a:lvl1pPr>
            <a:lvl2pPr>
              <a:defRPr sz="12599"/>
            </a:lvl2pPr>
            <a:lvl3pPr>
              <a:defRPr sz="10799"/>
            </a:lvl3pPr>
            <a:lvl4pPr>
              <a:defRPr sz="8999"/>
            </a:lvl4pPr>
            <a:lvl5pPr>
              <a:defRPr sz="8999"/>
            </a:lvl5pPr>
            <a:lvl6pPr>
              <a:defRPr sz="8999"/>
            </a:lvl6pPr>
            <a:lvl7pPr>
              <a:defRPr sz="8999"/>
            </a:lvl7pPr>
            <a:lvl8pPr>
              <a:defRPr sz="8999"/>
            </a:lvl8pPr>
            <a:lvl9pPr>
              <a:defRPr sz="8999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40023" y="9040137"/>
            <a:ext cx="9475143" cy="29550441"/>
          </a:xfrm>
        </p:spPr>
        <p:txBody>
          <a:bodyPr/>
          <a:lstStyle>
            <a:lvl1pPr marL="0" indent="0">
              <a:buNone/>
              <a:defRPr sz="6299"/>
            </a:lvl1pPr>
            <a:lvl2pPr marL="2056988" indent="0">
              <a:buNone/>
              <a:defRPr sz="5399"/>
            </a:lvl2pPr>
            <a:lvl3pPr marL="4113978" indent="0">
              <a:buNone/>
              <a:defRPr sz="4500"/>
            </a:lvl3pPr>
            <a:lvl4pPr marL="6170966" indent="0">
              <a:buNone/>
              <a:defRPr sz="4100"/>
            </a:lvl4pPr>
            <a:lvl5pPr marL="8227954" indent="0">
              <a:buNone/>
              <a:defRPr sz="4100"/>
            </a:lvl5pPr>
            <a:lvl6pPr marL="10284942" indent="0">
              <a:buNone/>
              <a:defRPr sz="4100"/>
            </a:lvl6pPr>
            <a:lvl7pPr marL="12341932" indent="0">
              <a:buNone/>
              <a:defRPr sz="4100"/>
            </a:lvl7pPr>
            <a:lvl8pPr marL="14398920" indent="0">
              <a:buNone/>
              <a:defRPr sz="4100"/>
            </a:lvl8pPr>
            <a:lvl9pPr marL="16455908" indent="0">
              <a:buNone/>
              <a:defRPr sz="41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70836F2F-EDB6-6DB5-765A-AAB4AE5A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D8DEA-4ACC-4FBE-B05B-E6001743A401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EE395FD-291D-2FED-841D-3D230CAA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F3DA922-4BF2-B236-2611-806F25FB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F00B9-BA3A-4CF7-A9B4-D4C1DA5FAAC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695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086" y="30240451"/>
            <a:ext cx="17280255" cy="3570057"/>
          </a:xfrm>
        </p:spPr>
        <p:txBody>
          <a:bodyPr anchor="b"/>
          <a:lstStyle>
            <a:lvl1pPr algn="l">
              <a:defRPr sz="8999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086" y="3860055"/>
            <a:ext cx="17280255" cy="25920383"/>
          </a:xfrm>
        </p:spPr>
        <p:txBody>
          <a:bodyPr rtlCol="0">
            <a:normAutofit/>
          </a:bodyPr>
          <a:lstStyle>
            <a:lvl1pPr marL="0" indent="0">
              <a:buNone/>
              <a:defRPr sz="14399"/>
            </a:lvl1pPr>
            <a:lvl2pPr marL="2056988" indent="0">
              <a:buNone/>
              <a:defRPr sz="12599"/>
            </a:lvl2pPr>
            <a:lvl3pPr marL="4113978" indent="0">
              <a:buNone/>
              <a:defRPr sz="10799"/>
            </a:lvl3pPr>
            <a:lvl4pPr marL="6170966" indent="0">
              <a:buNone/>
              <a:defRPr sz="8999"/>
            </a:lvl4pPr>
            <a:lvl5pPr marL="8227954" indent="0">
              <a:buNone/>
              <a:defRPr sz="8999"/>
            </a:lvl5pPr>
            <a:lvl6pPr marL="10284942" indent="0">
              <a:buNone/>
              <a:defRPr sz="8999"/>
            </a:lvl6pPr>
            <a:lvl7pPr marL="12341932" indent="0">
              <a:buNone/>
              <a:defRPr sz="8999"/>
            </a:lvl7pPr>
            <a:lvl8pPr marL="14398920" indent="0">
              <a:buNone/>
              <a:defRPr sz="8999"/>
            </a:lvl8pPr>
            <a:lvl9pPr marL="16455908" indent="0">
              <a:buNone/>
              <a:defRPr sz="8999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086" y="33810509"/>
            <a:ext cx="17280255" cy="5070070"/>
          </a:xfrm>
        </p:spPr>
        <p:txBody>
          <a:bodyPr/>
          <a:lstStyle>
            <a:lvl1pPr marL="0" indent="0">
              <a:buNone/>
              <a:defRPr sz="6299"/>
            </a:lvl1pPr>
            <a:lvl2pPr marL="2056988" indent="0">
              <a:buNone/>
              <a:defRPr sz="5399"/>
            </a:lvl2pPr>
            <a:lvl3pPr marL="4113978" indent="0">
              <a:buNone/>
              <a:defRPr sz="4500"/>
            </a:lvl3pPr>
            <a:lvl4pPr marL="6170966" indent="0">
              <a:buNone/>
              <a:defRPr sz="4100"/>
            </a:lvl4pPr>
            <a:lvl5pPr marL="8227954" indent="0">
              <a:buNone/>
              <a:defRPr sz="4100"/>
            </a:lvl5pPr>
            <a:lvl6pPr marL="10284942" indent="0">
              <a:buNone/>
              <a:defRPr sz="4100"/>
            </a:lvl6pPr>
            <a:lvl7pPr marL="12341932" indent="0">
              <a:buNone/>
              <a:defRPr sz="4100"/>
            </a:lvl7pPr>
            <a:lvl8pPr marL="14398920" indent="0">
              <a:buNone/>
              <a:defRPr sz="4100"/>
            </a:lvl8pPr>
            <a:lvl9pPr marL="16455908" indent="0">
              <a:buNone/>
              <a:defRPr sz="41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0BE4BF6-BE8B-2BEF-CAC2-75A1E748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6516A-C595-4452-BE99-D391E9A206D8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F46CF19-E233-11F0-623F-0C38042E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F6760B3-D988-9808-5077-ADAD4F4F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7700B-A2CB-48B7-8D1A-9CB98ED2EE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405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0F115D-1BB2-BD7F-6B5D-2171FC5F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AE945-9A65-40DB-836F-DC755644C347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1B7A61-97D7-7FFF-5A33-0AF5DEC0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3A22D-17D8-1736-C2FE-1339DCF7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FA862-009D-46C8-B6FD-FB5F62FD44F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8605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308" y="1730035"/>
            <a:ext cx="6480097" cy="36860544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40023" y="1730035"/>
            <a:ext cx="18960281" cy="36860544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21CF8-3729-6272-1811-F4DF5C0E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2CEA3-D16F-40BF-BEB7-7A2E05D70736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ECB863-6524-513F-4931-51E7240E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2ABAE-CF48-E870-9C05-D2998C85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3DFFD-35AA-43CE-9F96-996485F9D86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417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F616E9D3-F58B-0E68-A1E8-47FFD82939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441450" y="1731963"/>
            <a:ext cx="25917525" cy="719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39" tIns="205719" rIns="411439" bIns="20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80549DB-AC11-44E0-2C80-0CE1B44C92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441450" y="10079038"/>
            <a:ext cx="25917525" cy="285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1439" tIns="205719" rIns="411439" bIns="20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29CA68-E2D4-4515-A1A5-411FFE155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1450" y="40043100"/>
            <a:ext cx="6716713" cy="2295525"/>
          </a:xfrm>
          <a:prstGeom prst="rect">
            <a:avLst/>
          </a:prstGeom>
        </p:spPr>
        <p:txBody>
          <a:bodyPr vert="horz" lIns="411439" tIns="205719" rIns="411439" bIns="205719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39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B4C5760-5BC6-47E5-831D-9E369667C280}" type="datetimeFigureOut">
              <a:rPr lang="pt-BR"/>
              <a:pPr>
                <a:defRPr/>
              </a:pPr>
              <a:t>17/09/2026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E2EB9-3583-4E98-9D1F-C643B1028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839325" y="40043100"/>
            <a:ext cx="9121775" cy="2295525"/>
          </a:xfrm>
          <a:prstGeom prst="rect">
            <a:avLst/>
          </a:prstGeom>
        </p:spPr>
        <p:txBody>
          <a:bodyPr vert="horz" lIns="411439" tIns="205719" rIns="411439" bIns="205719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5399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317D6-05E1-4CE4-9DA3-1BD0B5F3A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642263" y="40043100"/>
            <a:ext cx="6716712" cy="2295525"/>
          </a:xfrm>
          <a:prstGeom prst="rect">
            <a:avLst/>
          </a:prstGeom>
        </p:spPr>
        <p:txBody>
          <a:bodyPr vert="horz" wrap="square" lIns="411439" tIns="205719" rIns="411439" bIns="20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53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CC76F22-56B8-4D59-9D54-0BDF1CDCB22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19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9700">
          <a:solidFill>
            <a:schemeClr val="tx1"/>
          </a:solidFill>
          <a:latin typeface="Calibri" pitchFamily="34" charset="0"/>
        </a:defRPr>
      </a:lvl5pPr>
      <a:lvl6pPr marL="2056988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6pPr>
      <a:lvl7pPr marL="4113978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7pPr>
      <a:lvl8pPr marL="6170966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8pPr>
      <a:lvl9pPr marL="8227954" algn="ctr" rtl="0" fontAlgn="base">
        <a:spcBef>
          <a:spcPct val="0"/>
        </a:spcBef>
        <a:spcAft>
          <a:spcPct val="0"/>
        </a:spcAft>
        <a:defRPr sz="19798">
          <a:solidFill>
            <a:schemeClr val="tx1"/>
          </a:solidFill>
          <a:latin typeface="Calibri" pitchFamily="34" charset="0"/>
        </a:defRPr>
      </a:lvl9pPr>
    </p:titleStyle>
    <p:bodyStyle>
      <a:lvl1pPr marL="1539875" indent="-15398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40100" indent="-12827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1403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977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255125" indent="-10255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313437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6pPr>
      <a:lvl7pPr marL="13370426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7pPr>
      <a:lvl8pPr marL="15427414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8pPr>
      <a:lvl9pPr marL="17484402" indent="-1028494" algn="l" defTabSz="4113978" rtl="0" eaLnBrk="1" latinLnBrk="0" hangingPunct="1">
        <a:spcBef>
          <a:spcPct val="20000"/>
        </a:spcBef>
        <a:buFont typeface="Arial" pitchFamily="34" charset="0"/>
        <a:buChar char="•"/>
        <a:defRPr sz="8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1pPr>
      <a:lvl2pPr marL="205698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2pPr>
      <a:lvl3pPr marL="411397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3pPr>
      <a:lvl4pPr marL="6170966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4pPr>
      <a:lvl5pPr marL="8227954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4942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6pPr>
      <a:lvl7pPr marL="12341932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7pPr>
      <a:lvl8pPr marL="14398920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8pPr>
      <a:lvl9pPr marL="16455908" algn="l" defTabSz="4113978" rtl="0" eaLnBrk="1" latinLnBrk="0" hangingPunct="1">
        <a:defRPr sz="8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pwc.com.br/pt/sala-de-imprensa/noticias/pwc-mercado-global-midia-entretenimento-movimentar-17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A4CC0C-C5DB-4128-BBF9-5E0A3E925F17}"/>
              </a:ext>
            </a:extLst>
          </p:cNvPr>
          <p:cNvSpPr/>
          <p:nvPr/>
        </p:nvSpPr>
        <p:spPr>
          <a:xfrm>
            <a:off x="0" y="0"/>
            <a:ext cx="21790025" cy="4464050"/>
          </a:xfrm>
          <a:prstGeom prst="rect">
            <a:avLst/>
          </a:prstGeom>
          <a:solidFill>
            <a:srgbClr val="0B2F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110" tIns="41554" rIns="83110" bIns="41554" anchor="ctr"/>
          <a:lstStyle/>
          <a:p>
            <a:pPr algn="ctr" eaLnBrk="1" hangingPunct="1">
              <a:defRPr/>
            </a:pPr>
            <a:endParaRPr lang="pt-BR" sz="1600" dirty="0"/>
          </a:p>
        </p:txBody>
      </p:sp>
      <p:sp>
        <p:nvSpPr>
          <p:cNvPr id="2051" name="Text Box 2">
            <a:extLst>
              <a:ext uri="{FF2B5EF4-FFF2-40B4-BE49-F238E27FC236}">
                <a16:creationId xmlns:a16="http://schemas.microsoft.com/office/drawing/2014/main" id="{728E3EA7-3956-63A9-BD6B-39C4B26CE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4537075"/>
            <a:ext cx="26342975" cy="1572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2059" tIns="53069" rIns="102059" bIns="5306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25000"/>
              <a:buFontTx/>
              <a:buNone/>
            </a:pPr>
            <a:r>
              <a:rPr lang="pt-BR" altLang="pt-BR" sz="44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Lucas Braz, Valter Sergio Tertuliano, Felipe Rodrigo, Joshua Lauviah, Gabriel de Andrade</a:t>
            </a:r>
            <a:endParaRPr lang="en-GB" altLang="pt-BR" sz="4400" b="1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GB" altLang="pt-BR" sz="44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Orientadores</a:t>
            </a:r>
            <a:r>
              <a:rPr lang="en-GB" altLang="pt-BR" sz="44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Davidson Ribeiro, Rosa </a:t>
            </a:r>
            <a:r>
              <a:rPr lang="en-GB" altLang="pt-BR" sz="44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Mitiko</a:t>
            </a:r>
            <a:endParaRPr lang="en-GB" altLang="pt-BR" sz="4400" b="1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CaixaDeTexto 9">
            <a:extLst>
              <a:ext uri="{FF2B5EF4-FFF2-40B4-BE49-F238E27FC236}">
                <a16:creationId xmlns:a16="http://schemas.microsoft.com/office/drawing/2014/main" id="{02050A5C-B11D-4599-AC5F-260E8001D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2" y="860903"/>
            <a:ext cx="16430625" cy="399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110" tIns="41554" rIns="83110" bIns="41554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r>
              <a:rPr lang="pt-BR" sz="10899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RelateSBC</a:t>
            </a:r>
            <a:endParaRPr lang="pt-BR" sz="10899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Site de eventos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defRPr/>
            </a:pPr>
            <a:endParaRPr lang="x-none" sz="10899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42474E2-BDFB-B23E-86AE-26689666A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57213"/>
            <a:ext cx="0" cy="157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383685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pt-BR" altLang="pt-BR" sz="2900"/>
            </a:br>
            <a:endParaRPr lang="pt-BR" altLang="pt-BR" sz="3200"/>
          </a:p>
          <a:p>
            <a:pPr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2054" name="Rectangle 177">
            <a:extLst>
              <a:ext uri="{FF2B5EF4-FFF2-40B4-BE49-F238E27FC236}">
                <a16:creationId xmlns:a16="http://schemas.microsoft.com/office/drawing/2014/main" id="{5D8955AD-25FE-CF6C-5EB6-1FE5D6A33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5" name="Rectangle 71">
            <a:extLst>
              <a:ext uri="{FF2B5EF4-FFF2-40B4-BE49-F238E27FC236}">
                <a16:creationId xmlns:a16="http://schemas.microsoft.com/office/drawing/2014/main" id="{C9925FDD-7D07-FDC2-7FC7-083E88E6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6" name="Rectangle 108">
            <a:extLst>
              <a:ext uri="{FF2B5EF4-FFF2-40B4-BE49-F238E27FC236}">
                <a16:creationId xmlns:a16="http://schemas.microsoft.com/office/drawing/2014/main" id="{2D457D47-73F8-4058-F294-669C86705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7" name="Rectangle 145">
            <a:extLst>
              <a:ext uri="{FF2B5EF4-FFF2-40B4-BE49-F238E27FC236}">
                <a16:creationId xmlns:a16="http://schemas.microsoft.com/office/drawing/2014/main" id="{F5DCE361-658E-C707-4BF6-396B5958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58" name="Rectangle 182">
            <a:extLst>
              <a:ext uri="{FF2B5EF4-FFF2-40B4-BE49-F238E27FC236}">
                <a16:creationId xmlns:a16="http://schemas.microsoft.com/office/drawing/2014/main" id="{EEBE1DA3-440F-10E6-7833-11E80CA12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6675"/>
            <a:ext cx="1682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110" tIns="41554" rIns="83110" bIns="41554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3300">
              <a:latin typeface="Arial" panose="020B0604020202020204" pitchFamily="34" charset="0"/>
            </a:endParaRPr>
          </a:p>
        </p:txBody>
      </p:sp>
      <p:sp>
        <p:nvSpPr>
          <p:cNvPr id="2062" name="CaixaDeTexto 7">
            <a:extLst>
              <a:ext uri="{FF2B5EF4-FFF2-40B4-BE49-F238E27FC236}">
                <a16:creationId xmlns:a16="http://schemas.microsoft.com/office/drawing/2014/main" id="{1381D605-5D19-44FD-AE59-7CE13F82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41111488"/>
            <a:ext cx="88519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sz="7199" b="1" dirty="0">
                <a:solidFill>
                  <a:schemeClr val="bg1"/>
                </a:solidFill>
              </a:rPr>
              <a:t>Centro Paula Souza</a:t>
            </a:r>
          </a:p>
        </p:txBody>
      </p:sp>
      <p:sp>
        <p:nvSpPr>
          <p:cNvPr id="2060" name="Rectangle 7">
            <a:extLst>
              <a:ext uri="{FF2B5EF4-FFF2-40B4-BE49-F238E27FC236}">
                <a16:creationId xmlns:a16="http://schemas.microsoft.com/office/drawing/2014/main" id="{6F80B5FD-5C15-CF4D-6AA5-50B32CEA4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29060775"/>
            <a:ext cx="12598400" cy="895508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1" name="Rectangle 11">
            <a:extLst>
              <a:ext uri="{FF2B5EF4-FFF2-40B4-BE49-F238E27FC236}">
                <a16:creationId xmlns:a16="http://schemas.microsoft.com/office/drawing/2014/main" id="{F4180D25-D6EB-3D1C-ED83-9F932E8AF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883" y="8350251"/>
            <a:ext cx="12598400" cy="12773025"/>
          </a:xfrm>
          <a:prstGeom prst="rect">
            <a:avLst/>
          </a:prstGeom>
          <a:noFill/>
          <a:ln w="939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Ctr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1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C7ABFA2-E164-74B2-5BAE-62EEBD5BD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6797675"/>
            <a:ext cx="12598400" cy="1049338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2063" name="Rectangle 8">
            <a:extLst>
              <a:ext uri="{FF2B5EF4-FFF2-40B4-BE49-F238E27FC236}">
                <a16:creationId xmlns:a16="http://schemas.microsoft.com/office/drawing/2014/main" id="{31991A50-047E-4420-56EC-2F8EE6F2B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5038" y="8283575"/>
            <a:ext cx="12598400" cy="161242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4" name="Rectangle 13">
            <a:extLst>
              <a:ext uri="{FF2B5EF4-FFF2-40B4-BE49-F238E27FC236}">
                <a16:creationId xmlns:a16="http://schemas.microsoft.com/office/drawing/2014/main" id="{BD546C94-59E7-39A1-613F-1D1CE631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6475" y="33985200"/>
            <a:ext cx="12598400" cy="38862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5" name="Rectangle 7">
            <a:extLst>
              <a:ext uri="{FF2B5EF4-FFF2-40B4-BE49-F238E27FC236}">
                <a16:creationId xmlns:a16="http://schemas.microsoft.com/office/drawing/2014/main" id="{BFB28C20-37B7-E98C-596E-371D401D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23226713"/>
            <a:ext cx="12598400" cy="396398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6" name="Rectangle 12">
            <a:extLst>
              <a:ext uri="{FF2B5EF4-FFF2-40B4-BE49-F238E27FC236}">
                <a16:creationId xmlns:a16="http://schemas.microsoft.com/office/drawing/2014/main" id="{8CDABB5D-CBBC-84C1-BD8C-52BE5350B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6475" y="26423938"/>
            <a:ext cx="12598400" cy="564673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7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7" name="CaixaDeTexto 30">
            <a:extLst>
              <a:ext uri="{FF2B5EF4-FFF2-40B4-BE49-F238E27FC236}">
                <a16:creationId xmlns:a16="http://schemas.microsoft.com/office/drawing/2014/main" id="{BDD7AD4C-7E86-ECB5-6F7A-AD2501A05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169" y="8410962"/>
            <a:ext cx="11806237" cy="674030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pt-BR" altLang="pt-B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últimos anos, a falta de manutenção e revitalização de vias públicas, iluminação e pontos de ônibus tem se tornado um problema recorrente nas cidades, afetando de forma mais crítica as comunidades periféricas.</a:t>
            </a:r>
          </a:p>
          <a:p>
            <a:r>
              <a:rPr lang="pt-BR" alt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Nesse contexto, este Trabalho de Conclusão de Curso, tem como objetivo projetar e implementar um sistema de gestão e denúncia de problemas urbanos. A proposta aplica conceitos e técnicas de desenvolvimento de software, modelagem de sistemas e banco de dados para criar uma solução prática, integrando tecnologia e cidadania em prol da melhoria da infraestrutura pública.</a:t>
            </a:r>
          </a:p>
        </p:txBody>
      </p:sp>
      <p:sp>
        <p:nvSpPr>
          <p:cNvPr id="2068" name="Text Box 4">
            <a:extLst>
              <a:ext uri="{FF2B5EF4-FFF2-40B4-BE49-F238E27FC236}">
                <a16:creationId xmlns:a16="http://schemas.microsoft.com/office/drawing/2014/main" id="{2D84CBFF-2951-61BE-010D-244E5D7DA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5038" y="6869113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2069" name="Text Box 4">
            <a:extLst>
              <a:ext uri="{FF2B5EF4-FFF2-40B4-BE49-F238E27FC236}">
                <a16:creationId xmlns:a16="http://schemas.microsoft.com/office/drawing/2014/main" id="{7CCAC761-6F92-62C2-B7AE-B271E058C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21601113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2070" name="Text Box 4">
            <a:extLst>
              <a:ext uri="{FF2B5EF4-FFF2-40B4-BE49-F238E27FC236}">
                <a16:creationId xmlns:a16="http://schemas.microsoft.com/office/drawing/2014/main" id="{3224EA33-1A59-022B-AB53-A113D0C4E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7647900"/>
            <a:ext cx="12598400" cy="1052513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2071" name="Text Box 4">
            <a:extLst>
              <a:ext uri="{FF2B5EF4-FFF2-40B4-BE49-F238E27FC236}">
                <a16:creationId xmlns:a16="http://schemas.microsoft.com/office/drawing/2014/main" id="{193395E3-5E82-0971-7E05-9EC3FF2E9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5038" y="24912638"/>
            <a:ext cx="12598400" cy="1050925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CONCLUSÃO/PARCIAL</a:t>
            </a:r>
          </a:p>
        </p:txBody>
      </p:sp>
      <p:sp>
        <p:nvSpPr>
          <p:cNvPr id="2072" name="Text Box 4">
            <a:extLst>
              <a:ext uri="{FF2B5EF4-FFF2-40B4-BE49-F238E27FC236}">
                <a16:creationId xmlns:a16="http://schemas.microsoft.com/office/drawing/2014/main" id="{D1B34848-0540-4F6B-13AC-960CE741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6475" y="32472313"/>
            <a:ext cx="12598400" cy="1052512"/>
          </a:xfrm>
          <a:prstGeom prst="rect">
            <a:avLst/>
          </a:prstGeom>
          <a:solidFill>
            <a:srgbClr val="0B2F09"/>
          </a:solidFill>
          <a:ln w="9525">
            <a:solidFill>
              <a:srgbClr val="043605"/>
            </a:solidFill>
            <a:miter lim="800000"/>
            <a:headEnd/>
            <a:tailEnd/>
          </a:ln>
        </p:spPr>
        <p:txBody>
          <a:bodyPr lIns="431952" tIns="215976" rIns="431952" bIns="21597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4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25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10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9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53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r>
              <a:rPr lang="pt-BR" altLang="pt-BR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D37998A-3A5D-4F4F-AD88-3DAC394E0853}"/>
              </a:ext>
            </a:extLst>
          </p:cNvPr>
          <p:cNvCxnSpPr/>
          <p:nvPr/>
        </p:nvCxnSpPr>
        <p:spPr>
          <a:xfrm>
            <a:off x="0" y="39779575"/>
            <a:ext cx="28798838" cy="0"/>
          </a:xfrm>
          <a:prstGeom prst="line">
            <a:avLst/>
          </a:prstGeom>
          <a:ln w="101600">
            <a:solidFill>
              <a:srgbClr val="AF091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74" name="Picture 31" descr="Resultado de imagem para logo centro paula souza">
            <a:extLst>
              <a:ext uri="{FF2B5EF4-FFF2-40B4-BE49-F238E27FC236}">
                <a16:creationId xmlns:a16="http://schemas.microsoft.com/office/drawing/2014/main" id="{0EF76BB8-CB4A-802A-B0E1-E06BF70A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3850" y="40178038"/>
            <a:ext cx="6931025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5" name="CaixaDeTexto 3">
            <a:extLst>
              <a:ext uri="{FF2B5EF4-FFF2-40B4-BE49-F238E27FC236}">
                <a16:creationId xmlns:a16="http://schemas.microsoft.com/office/drawing/2014/main" id="{3EE10725-EF06-5F3D-535C-84EA408DD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23620413"/>
            <a:ext cx="1248727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/>
              <a:t>- Através da plataforma promover o acesso à cultura de qualidade aos jovens.</a:t>
            </a:r>
          </a:p>
          <a:p>
            <a:r>
              <a:rPr lang="pt-BR" altLang="pt-BR"/>
              <a:t>-Permitir que empresas de entretenimento possam se cadastrar e  anunciar seus eventos.</a:t>
            </a:r>
          </a:p>
          <a:p>
            <a:r>
              <a:rPr lang="pt-BR" altLang="pt-BR"/>
              <a:t> -Promover diversão através da plataforma</a:t>
            </a:r>
          </a:p>
          <a:p>
            <a:r>
              <a:rPr lang="pt-BR" altLang="pt-BR"/>
              <a:t>- Desenvolver um site com características de agilidade , conforto e praticidade ao usuário.</a:t>
            </a:r>
          </a:p>
        </p:txBody>
      </p:sp>
      <p:pic>
        <p:nvPicPr>
          <p:cNvPr id="2076" name="Imagem 5">
            <a:extLst>
              <a:ext uri="{FF2B5EF4-FFF2-40B4-BE49-F238E27FC236}">
                <a16:creationId xmlns:a16="http://schemas.microsoft.com/office/drawing/2014/main" id="{496B4119-17FA-8FEE-531A-37CCFC1C7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29259213"/>
            <a:ext cx="12239625" cy="577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7" name="CaixaDeTexto 6">
            <a:extLst>
              <a:ext uri="{FF2B5EF4-FFF2-40B4-BE49-F238E27FC236}">
                <a16:creationId xmlns:a16="http://schemas.microsoft.com/office/drawing/2014/main" id="{EE1331D9-74FF-2ED5-5DA3-B62980661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35282188"/>
            <a:ext cx="1188085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/>
              <a:t>Fizemos uma pesquisa de campo onde 48,3% das pessoas acabaram ficando em casa por não terem aonde ir. Essa pesquisa reforçou nossa ideia, que por sua vez,  condiz exatamente com a nossa proposta para o projeto.</a:t>
            </a:r>
          </a:p>
        </p:txBody>
      </p:sp>
      <p:sp>
        <p:nvSpPr>
          <p:cNvPr id="2078" name="CaixaDeTexto 8">
            <a:extLst>
              <a:ext uri="{FF2B5EF4-FFF2-40B4-BE49-F238E27FC236}">
                <a16:creationId xmlns:a16="http://schemas.microsoft.com/office/drawing/2014/main" id="{BE25569A-2D88-6E03-6414-4C74C5100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3200" y="26797000"/>
            <a:ext cx="1152207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/>
              <a:t>O mercado de entretenimento têm crescido muito ao longo dos últimos anos. Nosso projeto tem como objetivo oferecer uma plataforma com o foco em simplicidade e objetividade buscando ajudar qualquer um à decidir pra onde ir ou o que fazer na hora do tédio.</a:t>
            </a:r>
          </a:p>
        </p:txBody>
      </p:sp>
      <p:pic>
        <p:nvPicPr>
          <p:cNvPr id="2079" name="Imagem 3">
            <a:extLst>
              <a:ext uri="{FF2B5EF4-FFF2-40B4-BE49-F238E27FC236}">
                <a16:creationId xmlns:a16="http://schemas.microsoft.com/office/drawing/2014/main" id="{09CCAB97-CA9B-61F3-29B0-D4F569F0D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5775" y="9874250"/>
            <a:ext cx="11099800" cy="556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0" name="CaixaDeTexto 6">
            <a:extLst>
              <a:ext uri="{FF2B5EF4-FFF2-40B4-BE49-F238E27FC236}">
                <a16:creationId xmlns:a16="http://schemas.microsoft.com/office/drawing/2014/main" id="{0B2B36B8-E329-4AFE-DC09-9504F4E81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5775" y="8694738"/>
            <a:ext cx="8177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/>
              <a:t>HOME:TELA PRINCIPAL</a:t>
            </a:r>
          </a:p>
        </p:txBody>
      </p:sp>
      <p:sp>
        <p:nvSpPr>
          <p:cNvPr id="2081" name="CaixaDeTexto 36">
            <a:extLst>
              <a:ext uri="{FF2B5EF4-FFF2-40B4-BE49-F238E27FC236}">
                <a16:creationId xmlns:a16="http://schemas.microsoft.com/office/drawing/2014/main" id="{301CD9D0-4416-44B8-50B2-DFC890ACD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4825" y="16205200"/>
            <a:ext cx="817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/>
              <a:t>TELA EVENTOS</a:t>
            </a:r>
          </a:p>
        </p:txBody>
      </p:sp>
      <p:pic>
        <p:nvPicPr>
          <p:cNvPr id="2082" name="Imagem 10">
            <a:extLst>
              <a:ext uri="{FF2B5EF4-FFF2-40B4-BE49-F238E27FC236}">
                <a16:creationId xmlns:a16="http://schemas.microsoft.com/office/drawing/2014/main" id="{97CB09D2-2927-C226-5ACA-47BA0C08F4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5775" y="17241838"/>
            <a:ext cx="11099800" cy="615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3" name="CaixaDeTexto 11">
            <a:extLst>
              <a:ext uri="{FF2B5EF4-FFF2-40B4-BE49-F238E27FC236}">
                <a16:creationId xmlns:a16="http://schemas.microsoft.com/office/drawing/2014/main" id="{07E067CC-3434-A667-2C85-56FF0149A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3200" y="34269363"/>
            <a:ext cx="9080500" cy="403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dirty="0"/>
              <a:t>-Usamos como  principais referências as pesquisas de campo realizadas pelo grupo.</a:t>
            </a:r>
          </a:p>
          <a:p>
            <a:endParaRPr lang="pt-BR" altLang="pt-BR" dirty="0"/>
          </a:p>
          <a:p>
            <a:r>
              <a:rPr lang="pt-BR" altLang="pt-BR" dirty="0">
                <a:hlinkClick r:id="rId7"/>
              </a:rPr>
              <a:t>-https://www.pwc.com.br/pt/sala-de-imprensa/noticias/pwc-mercado-global-midia-entretenimento-movimentar-17.html</a:t>
            </a:r>
            <a:endParaRPr lang="pt-BR" altLang="pt-BR" dirty="0"/>
          </a:p>
          <a:p>
            <a:r>
              <a:rPr lang="pt-BR" altLang="pt-BR" dirty="0"/>
              <a:t>-www.sympla.com.br</a:t>
            </a:r>
          </a:p>
          <a:p>
            <a:endParaRPr lang="pt-BR" altLang="pt-BR" dirty="0"/>
          </a:p>
        </p:txBody>
      </p:sp>
      <p:sp>
        <p:nvSpPr>
          <p:cNvPr id="2085" name="CaixaDeTexto 13">
            <a:extLst>
              <a:ext uri="{FF2B5EF4-FFF2-40B4-BE49-F238E27FC236}">
                <a16:creationId xmlns:a16="http://schemas.microsoft.com/office/drawing/2014/main" id="{3772ED82-1EC3-9B3C-1F93-1AC575248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108" y="15588299"/>
            <a:ext cx="7970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b="1" dirty="0"/>
              <a:t>Protótipo Mapa de eventos</a:t>
            </a:r>
          </a:p>
        </p:txBody>
      </p:sp>
      <p:pic>
        <p:nvPicPr>
          <p:cNvPr id="2086" name="Imagem 5">
            <a:extLst>
              <a:ext uri="{FF2B5EF4-FFF2-40B4-BE49-F238E27FC236}">
                <a16:creationId xmlns:a16="http://schemas.microsoft.com/office/drawing/2014/main" id="{C52D618E-F2F0-1C07-AFE0-A75A651C9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2263" y="161925"/>
            <a:ext cx="66516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D6F8D3-F5F2-41A3-BB1E-68ADF38B6D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215" y="16210441"/>
            <a:ext cx="8396143" cy="4693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326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info</dc:creator>
  <cp:lastModifiedBy>alunoinfo</cp:lastModifiedBy>
  <cp:revision>86</cp:revision>
  <cp:lastPrinted>2018-09-10T19:14:00Z</cp:lastPrinted>
  <dcterms:created xsi:type="dcterms:W3CDTF">2010-10-14T20:32:18Z</dcterms:created>
  <dcterms:modified xsi:type="dcterms:W3CDTF">2026-09-17T19:39:59Z</dcterms:modified>
</cp:coreProperties>
</file>